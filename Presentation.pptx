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6"/>
  </p:notesMasterIdLst>
  <p:handoutMasterIdLst>
    <p:handoutMasterId r:id="rId17"/>
  </p:handoutMasterIdLst>
  <p:sldIdLst>
    <p:sldId id="256" r:id="rId5"/>
    <p:sldId id="290" r:id="rId6"/>
    <p:sldId id="292" r:id="rId7"/>
    <p:sldId id="299" r:id="rId8"/>
    <p:sldId id="300" r:id="rId9"/>
    <p:sldId id="301" r:id="rId10"/>
    <p:sldId id="302" r:id="rId11"/>
    <p:sldId id="295" r:id="rId12"/>
    <p:sldId id="289" r:id="rId13"/>
    <p:sldId id="294" r:id="rId14"/>
    <p:sldId id="29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3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51" autoAdjust="0"/>
    <p:restoredTop sz="95646" autoAdjust="0"/>
  </p:normalViewPr>
  <p:slideViewPr>
    <p:cSldViewPr snapToGrid="0">
      <p:cViewPr varScale="1">
        <p:scale>
          <a:sx n="75" d="100"/>
          <a:sy n="75" d="100"/>
        </p:scale>
        <p:origin x="1056" y="53"/>
      </p:cViewPr>
      <p:guideLst/>
    </p:cSldViewPr>
  </p:slideViewPr>
  <p:outlineViewPr>
    <p:cViewPr>
      <p:scale>
        <a:sx n="33" d="100"/>
        <a:sy n="33" d="100"/>
      </p:scale>
      <p:origin x="0" y="-5760"/>
    </p:cViewPr>
  </p:outlineViewPr>
  <p:notesTextViewPr>
    <p:cViewPr>
      <p:scale>
        <a:sx n="1" d="1"/>
        <a:sy n="1" d="1"/>
      </p:scale>
      <p:origin x="0" y="0"/>
    </p:cViewPr>
  </p:notesTextViewPr>
  <p:sorterViewPr>
    <p:cViewPr varScale="1">
      <p:scale>
        <a:sx n="100" d="100"/>
        <a:sy n="100" d="100"/>
      </p:scale>
      <p:origin x="0" y="-7325"/>
    </p:cViewPr>
  </p:sorterViewPr>
  <p:notesViewPr>
    <p:cSldViewPr snapToGrid="0">
      <p:cViewPr varScale="1">
        <p:scale>
          <a:sx n="58" d="100"/>
          <a:sy n="58" d="100"/>
        </p:scale>
        <p:origin x="2371"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commentAuthors" Target="commentAuthors.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FB8B65A-D69F-C26C-B67E-036EF77BF1F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652B9064-AE57-427F-E5AF-71DE7D52FE6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D8190EA-5EEC-4300-B6AE-D9734C6C648E}" type="datetimeFigureOut">
              <a:rPr lang="en-US" smtClean="0"/>
              <a:t>7/25/2025</a:t>
            </a:fld>
            <a:endParaRPr lang="en-US" dirty="0"/>
          </a:p>
        </p:txBody>
      </p:sp>
      <p:sp>
        <p:nvSpPr>
          <p:cNvPr id="4" name="Footer Placeholder 3">
            <a:extLst>
              <a:ext uri="{FF2B5EF4-FFF2-40B4-BE49-F238E27FC236}">
                <a16:creationId xmlns:a16="http://schemas.microsoft.com/office/drawing/2014/main" id="{8186157A-CEB9-B0FC-3A49-BE950AEAD6F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0819CA0-A57D-42D7-A625-56C22D0FA7C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AFF3A6F-DEFA-45E0-9496-BEE7C2C6F3D0}" type="slidenum">
              <a:rPr lang="en-US" smtClean="0"/>
              <a:t>‹#›</a:t>
            </a:fld>
            <a:endParaRPr lang="en-US" dirty="0"/>
          </a:p>
        </p:txBody>
      </p:sp>
    </p:spTree>
    <p:extLst>
      <p:ext uri="{BB962C8B-B14F-4D97-AF65-F5344CB8AC3E}">
        <p14:creationId xmlns:p14="http://schemas.microsoft.com/office/powerpoint/2010/main" val="14060022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87ADD9-2083-264C-A652-8D52D02F7E72}" type="datetimeFigureOut">
              <a:rPr lang="en-US" smtClean="0"/>
              <a:t>7/25/2025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7DC217-DF71-1A49-B3EA-559F1F43B0FF}" type="slidenum">
              <a:rPr lang="en-US" smtClean="0"/>
              <a:t>‹#›</a:t>
            </a:fld>
            <a:endParaRPr lang="en-US" dirty="0"/>
          </a:p>
        </p:txBody>
      </p:sp>
    </p:spTree>
    <p:extLst>
      <p:ext uri="{BB962C8B-B14F-4D97-AF65-F5344CB8AC3E}">
        <p14:creationId xmlns:p14="http://schemas.microsoft.com/office/powerpoint/2010/main" val="2846425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a:t>
            </a:fld>
            <a:endParaRPr lang="en-US" dirty="0"/>
          </a:p>
        </p:txBody>
      </p:sp>
    </p:spTree>
    <p:extLst>
      <p:ext uri="{BB962C8B-B14F-4D97-AF65-F5344CB8AC3E}">
        <p14:creationId xmlns:p14="http://schemas.microsoft.com/office/powerpoint/2010/main" val="21693858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2</a:t>
            </a:fld>
            <a:endParaRPr lang="en-US" dirty="0"/>
          </a:p>
        </p:txBody>
      </p:sp>
    </p:spTree>
    <p:extLst>
      <p:ext uri="{BB962C8B-B14F-4D97-AF65-F5344CB8AC3E}">
        <p14:creationId xmlns:p14="http://schemas.microsoft.com/office/powerpoint/2010/main" val="16390868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3</a:t>
            </a:fld>
            <a:endParaRPr lang="en-US" dirty="0"/>
          </a:p>
        </p:txBody>
      </p:sp>
    </p:spTree>
    <p:extLst>
      <p:ext uri="{BB962C8B-B14F-4D97-AF65-F5344CB8AC3E}">
        <p14:creationId xmlns:p14="http://schemas.microsoft.com/office/powerpoint/2010/main" val="16168571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8</a:t>
            </a:fld>
            <a:endParaRPr lang="en-US" dirty="0"/>
          </a:p>
        </p:txBody>
      </p:sp>
    </p:spTree>
    <p:extLst>
      <p:ext uri="{BB962C8B-B14F-4D97-AF65-F5344CB8AC3E}">
        <p14:creationId xmlns:p14="http://schemas.microsoft.com/office/powerpoint/2010/main" val="24747787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9</a:t>
            </a:fld>
            <a:endParaRPr lang="en-US" dirty="0"/>
          </a:p>
        </p:txBody>
      </p:sp>
    </p:spTree>
    <p:extLst>
      <p:ext uri="{BB962C8B-B14F-4D97-AF65-F5344CB8AC3E}">
        <p14:creationId xmlns:p14="http://schemas.microsoft.com/office/powerpoint/2010/main" val="41947933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10</a:t>
            </a:fld>
            <a:endParaRPr lang="en-US" dirty="0"/>
          </a:p>
        </p:txBody>
      </p:sp>
    </p:spTree>
    <p:extLst>
      <p:ext uri="{BB962C8B-B14F-4D97-AF65-F5344CB8AC3E}">
        <p14:creationId xmlns:p14="http://schemas.microsoft.com/office/powerpoint/2010/main" val="33190867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11</a:t>
            </a:fld>
            <a:endParaRPr lang="en-US" dirty="0"/>
          </a:p>
        </p:txBody>
      </p:sp>
    </p:spTree>
    <p:extLst>
      <p:ext uri="{BB962C8B-B14F-4D97-AF65-F5344CB8AC3E}">
        <p14:creationId xmlns:p14="http://schemas.microsoft.com/office/powerpoint/2010/main" val="3990086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AC79249-FDC0-364D-A734-AE1DE1605D28}"/>
              </a:ext>
              <a:ext uri="{C183D7F6-B498-43B3-948B-1728B52AA6E4}">
                <adec:decorative xmlns:adec="http://schemas.microsoft.com/office/drawing/2017/decorative" val="1"/>
              </a:ext>
            </a:extLst>
          </p:cNvPr>
          <p:cNvSpPr/>
          <p:nvPr userDrawn="1"/>
        </p:nvSpPr>
        <p:spPr>
          <a:xfrm>
            <a:off x="0" y="4572000"/>
            <a:ext cx="1219200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 name="Group 6">
            <a:extLst>
              <a:ext uri="{FF2B5EF4-FFF2-40B4-BE49-F238E27FC236}">
                <a16:creationId xmlns:a16="http://schemas.microsoft.com/office/drawing/2014/main" id="{13537B6D-42A5-F449-2691-321A167F7C08}"/>
              </a:ext>
              <a:ext uri="{C183D7F6-B498-43B3-948B-1728B52AA6E4}">
                <adec:decorative xmlns:adec="http://schemas.microsoft.com/office/drawing/2017/decorative" val="1"/>
              </a:ext>
            </a:extLst>
          </p:cNvPr>
          <p:cNvGrpSpPr/>
          <p:nvPr userDrawn="1"/>
        </p:nvGrpSpPr>
        <p:grpSpPr>
          <a:xfrm>
            <a:off x="0" y="-3419"/>
            <a:ext cx="12192000" cy="6861419"/>
            <a:chOff x="0" y="-3419"/>
            <a:chExt cx="12192000" cy="6861419"/>
          </a:xfrm>
        </p:grpSpPr>
        <p:sp>
          <p:nvSpPr>
            <p:cNvPr id="5" name="Oval 4">
              <a:extLst>
                <a:ext uri="{FF2B5EF4-FFF2-40B4-BE49-F238E27FC236}">
                  <a16:creationId xmlns:a16="http://schemas.microsoft.com/office/drawing/2014/main" id="{902465C8-266D-104C-9C49-323DF4A8277E}"/>
                </a:ext>
              </a:extLst>
            </p:cNvPr>
            <p:cNvSpPr/>
            <p:nvPr userDrawn="1"/>
          </p:nvSpPr>
          <p:spPr>
            <a:xfrm>
              <a:off x="583746" y="4960030"/>
              <a:ext cx="1551214" cy="1551214"/>
            </a:xfrm>
            <a:prstGeom prst="ellipse">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37979A1C-BF60-B345-A664-2E4F7A3461EB}"/>
                </a:ext>
              </a:extLst>
            </p:cNvPr>
            <p:cNvSpPr/>
            <p:nvPr userDrawn="1"/>
          </p:nvSpPr>
          <p:spPr>
            <a:xfrm>
              <a:off x="1" y="4571999"/>
              <a:ext cx="1118508" cy="1118508"/>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8">
              <a:extLst>
                <a:ext uri="{FF2B5EF4-FFF2-40B4-BE49-F238E27FC236}">
                  <a16:creationId xmlns:a16="http://schemas.microsoft.com/office/drawing/2014/main" id="{58080B3E-915C-2D4C-8608-596E1BFD6387}"/>
                </a:ext>
              </a:extLst>
            </p:cNvPr>
            <p:cNvSpPr/>
            <p:nvPr userDrawn="1"/>
          </p:nvSpPr>
          <p:spPr>
            <a:xfrm>
              <a:off x="1" y="5739492"/>
              <a:ext cx="1118508" cy="1118508"/>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a:extLst>
                <a:ext uri="{FF2B5EF4-FFF2-40B4-BE49-F238E27FC236}">
                  <a16:creationId xmlns:a16="http://schemas.microsoft.com/office/drawing/2014/main" id="{F15FBB50-09C8-B64E-AE57-67C5E70810CB}"/>
                </a:ext>
              </a:extLst>
            </p:cNvPr>
            <p:cNvGrpSpPr/>
            <p:nvPr userDrawn="1"/>
          </p:nvGrpSpPr>
          <p:grpSpPr>
            <a:xfrm>
              <a:off x="8264427" y="-3419"/>
              <a:ext cx="3927573" cy="3165022"/>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8" name="Freeform 27">
              <a:extLst>
                <a:ext uri="{FF2B5EF4-FFF2-40B4-BE49-F238E27FC236}">
                  <a16:creationId xmlns:a16="http://schemas.microsoft.com/office/drawing/2014/main" id="{9E240E8A-950E-7946-826C-415CB5DACA43}"/>
                </a:ext>
              </a:extLst>
            </p:cNvPr>
            <p:cNvSpPr/>
            <p:nvPr userDrawn="1"/>
          </p:nvSpPr>
          <p:spPr>
            <a:xfrm>
              <a:off x="11024507" y="4580708"/>
              <a:ext cx="1167493" cy="2277292"/>
            </a:xfrm>
            <a:custGeom>
              <a:avLst/>
              <a:gdLst>
                <a:gd name="connsiteX0" fmla="*/ 1167473 w 1167493"/>
                <a:gd name="connsiteY0" fmla="*/ 0 h 2272167"/>
                <a:gd name="connsiteX1" fmla="*/ 1167493 w 1167493"/>
                <a:gd name="connsiteY1" fmla="*/ 0 h 2272167"/>
                <a:gd name="connsiteX2" fmla="*/ 1167493 w 1167493"/>
                <a:gd name="connsiteY2" fmla="*/ 492960 h 2272167"/>
                <a:gd name="connsiteX3" fmla="*/ 1167493 w 1167493"/>
                <a:gd name="connsiteY3" fmla="*/ 720385 h 2272167"/>
                <a:gd name="connsiteX4" fmla="*/ 1167493 w 1167493"/>
                <a:gd name="connsiteY4" fmla="*/ 2272167 h 2272167"/>
                <a:gd name="connsiteX5" fmla="*/ 0 w 1167493"/>
                <a:gd name="connsiteY5" fmla="*/ 2272167 h 2272167"/>
                <a:gd name="connsiteX6" fmla="*/ 0 w 1167493"/>
                <a:gd name="connsiteY6" fmla="*/ 1898074 h 2272167"/>
                <a:gd name="connsiteX7" fmla="*/ 0 w 1167493"/>
                <a:gd name="connsiteY7" fmla="*/ 1271597 h 2272167"/>
                <a:gd name="connsiteX8" fmla="*/ 0 w 1167493"/>
                <a:gd name="connsiteY8" fmla="*/ 1177688 h 2272167"/>
                <a:gd name="connsiteX9" fmla="*/ 1048124 w 1167493"/>
                <a:gd name="connsiteY9" fmla="*/ 6080 h 2272167"/>
                <a:gd name="connsiteX10" fmla="*/ 1167473 w 1167493"/>
                <a:gd name="connsiteY10" fmla="*/ 0 h 2272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7493" h="2272167">
                  <a:moveTo>
                    <a:pt x="1167473" y="0"/>
                  </a:moveTo>
                  <a:lnTo>
                    <a:pt x="1167493" y="0"/>
                  </a:lnTo>
                  <a:lnTo>
                    <a:pt x="1167493" y="492960"/>
                  </a:lnTo>
                  <a:lnTo>
                    <a:pt x="1167493" y="720385"/>
                  </a:lnTo>
                  <a:lnTo>
                    <a:pt x="1167493" y="2272167"/>
                  </a:lnTo>
                  <a:lnTo>
                    <a:pt x="0" y="2272167"/>
                  </a:lnTo>
                  <a:lnTo>
                    <a:pt x="0" y="1898074"/>
                  </a:lnTo>
                  <a:lnTo>
                    <a:pt x="0" y="1271597"/>
                  </a:lnTo>
                  <a:lnTo>
                    <a:pt x="0" y="1177688"/>
                  </a:lnTo>
                  <a:cubicBezTo>
                    <a:pt x="0" y="567919"/>
                    <a:pt x="459408" y="66389"/>
                    <a:pt x="1048124" y="6080"/>
                  </a:cubicBezTo>
                  <a:lnTo>
                    <a:pt x="1167473"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3" y="232913"/>
            <a:ext cx="7096933" cy="3830130"/>
          </a:xfrm>
        </p:spPr>
        <p:txBody>
          <a:bodyPr anchor="b">
            <a:noAutofit/>
          </a:bodyPr>
          <a:lstStyle>
            <a:lvl1pPr algn="l">
              <a:defRPr sz="6000" b="1">
                <a:latin typeface="+mj-lt"/>
              </a:defRPr>
            </a:lvl1pPr>
          </a:lstStyle>
          <a:p>
            <a:r>
              <a:rPr lang="en-US" dirty="0"/>
              <a:t>Click to add title</a:t>
            </a:r>
          </a:p>
        </p:txBody>
      </p:sp>
    </p:spTree>
    <p:extLst>
      <p:ext uri="{BB962C8B-B14F-4D97-AF65-F5344CB8AC3E}">
        <p14:creationId xmlns:p14="http://schemas.microsoft.com/office/powerpoint/2010/main" val="2916498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58864" y="102021"/>
            <a:ext cx="9779183" cy="1744415"/>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58865" y="2017467"/>
            <a:ext cx="9779182" cy="3366815"/>
          </a:xfrm>
        </p:spPr>
        <p:txBody>
          <a:bodyPr>
            <a:norm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782271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and Right Image">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flipH="1">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71600"/>
            <a:ext cx="5486400" cy="4114800"/>
          </a:xfrm>
        </p:spPr>
        <p:txBody>
          <a:bodyPr anchor="ctr" anchorCtr="0">
            <a:noAutofit/>
          </a:bodyPr>
          <a:lstStyle>
            <a:lvl1pPr>
              <a:defRPr sz="6000" b="1">
                <a:latin typeface="+mj-lt"/>
              </a:defRPr>
            </a:lvl1pPr>
          </a:lstStyle>
          <a:p>
            <a:r>
              <a:rPr lang="en-US" dirty="0"/>
              <a:t>Click to add title</a:t>
            </a:r>
          </a:p>
        </p:txBody>
      </p:sp>
      <p:sp>
        <p:nvSpPr>
          <p:cNvPr id="15" name="Picture Placeholder 14">
            <a:extLst>
              <a:ext uri="{FF2B5EF4-FFF2-40B4-BE49-F238E27FC236}">
                <a16:creationId xmlns:a16="http://schemas.microsoft.com/office/drawing/2014/main" id="{3124234B-E1C4-2616-9993-A23142AA69B2}"/>
              </a:ext>
            </a:extLst>
          </p:cNvPr>
          <p:cNvSpPr>
            <a:spLocks noGrp="1"/>
          </p:cNvSpPr>
          <p:nvPr>
            <p:ph type="pic" sz="quarter" idx="10"/>
          </p:nvPr>
        </p:nvSpPr>
        <p:spPr>
          <a:xfrm>
            <a:off x="7183438" y="1168400"/>
            <a:ext cx="4500562" cy="4521200"/>
          </a:xfrm>
          <a:prstGeom prst="ellipse">
            <a:avLst/>
          </a:prstGeom>
          <a:solidFill>
            <a:schemeClr val="accent2"/>
          </a:solidFill>
        </p:spPr>
        <p:txBody>
          <a:bodyPr/>
          <a:lstStyle>
            <a:lvl1pPr marL="0" indent="0" algn="ctr">
              <a:buNone/>
              <a:defRPr sz="2000"/>
            </a:lvl1pPr>
          </a:lstStyle>
          <a:p>
            <a:r>
              <a:rPr lang="en-US"/>
              <a:t>Click icon to add picture</a:t>
            </a:r>
            <a:endParaRPr lang="en-US" dirty="0"/>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91266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2">
    <p:bg>
      <p:bgPr>
        <a:solidFill>
          <a:schemeClr val="accent2"/>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CEDB282-8288-C81F-52B5-048A3E80C931}"/>
              </a:ext>
              <a:ext uri="{C183D7F6-B498-43B3-948B-1728B52AA6E4}">
                <adec:decorative xmlns:adec="http://schemas.microsoft.com/office/drawing/2017/decorative" val="1"/>
              </a:ext>
            </a:extLst>
          </p:cNvPr>
          <p:cNvGrpSpPr/>
          <p:nvPr userDrawn="1"/>
        </p:nvGrpSpPr>
        <p:grpSpPr>
          <a:xfrm>
            <a:off x="0" y="-1"/>
            <a:ext cx="12208822" cy="6858003"/>
            <a:chOff x="0" y="-1"/>
            <a:chExt cx="12208822" cy="6858003"/>
          </a:xfrm>
        </p:grpSpPr>
        <p:sp>
          <p:nvSpPr>
            <p:cNvPr id="7" name="Rectangle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14">
              <a:extLst>
                <a:ext uri="{FF2B5EF4-FFF2-40B4-BE49-F238E27FC236}">
                  <a16:creationId xmlns:a16="http://schemas.microsoft.com/office/drawing/2014/main" id="{2734DEB1-EC02-2E42-9292-4ADD115060A5}"/>
                </a:ext>
              </a:extLst>
            </p:cNvPr>
            <p:cNvSpPr/>
            <p:nvPr userDrawn="1"/>
          </p:nvSpPr>
          <p:spPr>
            <a:xfrm rot="5400000" flipH="1" flipV="1">
              <a:off x="10344100" y="438098"/>
              <a:ext cx="2285999" cy="1409801"/>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3" name="Title 1">
            <a:extLst>
              <a:ext uri="{FF2B5EF4-FFF2-40B4-BE49-F238E27FC236}">
                <a16:creationId xmlns:a16="http://schemas.microsoft.com/office/drawing/2014/main" id="{5E932F0D-7FC3-634B-932C-3625C16C8DE2}"/>
              </a:ext>
            </a:extLst>
          </p:cNvPr>
          <p:cNvSpPr>
            <a:spLocks noGrp="1"/>
          </p:cNvSpPr>
          <p:nvPr>
            <p:ph type="title" hasCustomPrompt="1"/>
          </p:nvPr>
        </p:nvSpPr>
        <p:spPr>
          <a:xfrm>
            <a:off x="1167492" y="45085"/>
            <a:ext cx="9779183" cy="1600835"/>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CA1EED44-783E-8705-4119-D7E9F7D4F2B4}"/>
              </a:ext>
            </a:extLst>
          </p:cNvPr>
          <p:cNvSpPr>
            <a:spLocks noGrp="1"/>
          </p:cNvSpPr>
          <p:nvPr>
            <p:ph idx="14" hasCustomPrompt="1"/>
          </p:nvPr>
        </p:nvSpPr>
        <p:spPr>
          <a:xfrm>
            <a:off x="1166087" y="2652713"/>
            <a:ext cx="9780587" cy="3436936"/>
          </a:xfrm>
        </p:spPr>
        <p:txBody>
          <a:bodyPr>
            <a:normAutofit/>
          </a:bodyPr>
          <a:lstStyle>
            <a:lvl1pPr marL="342900" indent="-283464">
              <a:spcBef>
                <a:spcPts val="1000"/>
              </a:spcBef>
              <a:buFont typeface="Arial" panose="020B0604020202020204" pitchFamily="34" charset="0"/>
              <a:buChar char="•"/>
              <a:defRPr sz="2000">
                <a:solidFill>
                  <a:schemeClr val="bg1"/>
                </a:solidFill>
                <a:latin typeface="+mn-lt"/>
              </a:defRPr>
            </a:lvl1pPr>
            <a:lvl2pPr marL="566928" indent="-283464">
              <a:spcBef>
                <a:spcPts val="1000"/>
              </a:spcBef>
              <a:buFont typeface="Arial" panose="020B0604020202020204" pitchFamily="34" charset="0"/>
              <a:buChar char="•"/>
              <a:defRPr sz="2000">
                <a:solidFill>
                  <a:schemeClr val="bg1"/>
                </a:solidFill>
                <a:latin typeface="+mn-lt"/>
              </a:defRPr>
            </a:lvl2pPr>
            <a:lvl3pPr marL="850392" indent="-283464">
              <a:spcBef>
                <a:spcPts val="1000"/>
              </a:spcBef>
              <a:buFont typeface="Arial" panose="020B0604020202020204" pitchFamily="34" charset="0"/>
              <a:buChar char="•"/>
              <a:defRPr sz="2000">
                <a:solidFill>
                  <a:schemeClr val="bg1"/>
                </a:solidFill>
                <a:latin typeface="+mn-lt"/>
              </a:defRPr>
            </a:lvl3pPr>
            <a:lvl4pPr marL="1097280" indent="-283464">
              <a:spcBef>
                <a:spcPts val="1000"/>
              </a:spcBef>
              <a:buFont typeface="Arial" panose="020B0604020202020204" pitchFamily="34" charset="0"/>
              <a:buChar char="•"/>
              <a:defRPr sz="2000">
                <a:solidFill>
                  <a:schemeClr val="bg1"/>
                </a:solidFill>
                <a:latin typeface="+mn-lt"/>
              </a:defRPr>
            </a:lvl4pPr>
            <a:lvl5pPr marL="1371600"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E95D4F5-F69B-42F6-8A9D-330F696E144B}"/>
              </a:ext>
            </a:extLst>
          </p:cNvPr>
          <p:cNvSpPr>
            <a:spLocks noGrp="1"/>
          </p:cNvSpPr>
          <p:nvPr>
            <p:ph type="dt" sz="half" idx="10"/>
          </p:nvPr>
        </p:nvSpPr>
        <p:spPr/>
        <p:txBody>
          <a:bodyPr>
            <a:noAutofit/>
          </a:bodyPr>
          <a:lstStyle>
            <a:lvl1pPr>
              <a:defRPr>
                <a:solidFill>
                  <a:schemeClr val="accent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FA79A23A-2238-4904-8692-9F2DAE8B8FC9}"/>
              </a:ext>
            </a:extLst>
          </p:cNvPr>
          <p:cNvSpPr>
            <a:spLocks noGrp="1"/>
          </p:cNvSpPr>
          <p:nvPr>
            <p:ph type="ftr" sz="quarter" idx="11"/>
          </p:nvPr>
        </p:nvSpPr>
        <p:spPr/>
        <p:txBody>
          <a:bodyPr>
            <a:noAutofit/>
          </a:bodyPr>
          <a:lstStyle>
            <a:lvl1pPr>
              <a:defRPr>
                <a:solidFill>
                  <a:schemeClr val="accent2"/>
                </a:solidFill>
                <a:latin typeface="+mn-lt"/>
              </a:defRPr>
            </a:lvl1pPr>
          </a:lstStyle>
          <a:p>
            <a:endParaRPr lang="en-US" dirty="0"/>
          </a:p>
        </p:txBody>
      </p:sp>
      <p:sp>
        <p:nvSpPr>
          <p:cNvPr id="6" name="Slide Number Placeholder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a:noAutofit/>
          </a:bodyPr>
          <a:lstStyle>
            <a:lvl1pPr>
              <a:defRPr>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8831769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Section title">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5FBCE6F-2AA9-31FE-8148-33B480735599}"/>
              </a:ext>
              <a:ext uri="{C183D7F6-B498-43B3-948B-1728B52AA6E4}">
                <adec:decorative xmlns:adec="http://schemas.microsoft.com/office/drawing/2017/decorative" val="1"/>
              </a:ext>
            </a:extLst>
          </p:cNvPr>
          <p:cNvGrpSpPr/>
          <p:nvPr userDrawn="1"/>
        </p:nvGrpSpPr>
        <p:grpSpPr>
          <a:xfrm>
            <a:off x="0" y="0"/>
            <a:ext cx="12192000" cy="6858000"/>
            <a:chOff x="0" y="0"/>
            <a:chExt cx="12192000" cy="6858000"/>
          </a:xfrm>
        </p:grpSpPr>
        <p:sp>
          <p:nvSpPr>
            <p:cNvPr id="23" name="Freeform 22">
              <a:extLst>
                <a:ext uri="{FF2B5EF4-FFF2-40B4-BE49-F238E27FC236}">
                  <a16:creationId xmlns:a16="http://schemas.microsoft.com/office/drawing/2014/main" id="{067EACEC-C2DD-EA42-8504-176673AD1F20}"/>
                </a:ext>
              </a:extLst>
            </p:cNvPr>
            <p:cNvSpPr/>
            <p:nvPr userDrawn="1"/>
          </p:nvSpPr>
          <p:spPr>
            <a:xfrm>
              <a:off x="0" y="0"/>
              <a:ext cx="8025490" cy="6858000"/>
            </a:xfrm>
            <a:custGeom>
              <a:avLst/>
              <a:gdLst>
                <a:gd name="connsiteX0" fmla="*/ 0 w 8025490"/>
                <a:gd name="connsiteY0" fmla="*/ 0 h 6858000"/>
                <a:gd name="connsiteX1" fmla="*/ 4596490 w 8025490"/>
                <a:gd name="connsiteY1" fmla="*/ 0 h 6858000"/>
                <a:gd name="connsiteX2" fmla="*/ 8025490 w 8025490"/>
                <a:gd name="connsiteY2" fmla="*/ 3429000 h 6858000"/>
                <a:gd name="connsiteX3" fmla="*/ 4596490 w 8025490"/>
                <a:gd name="connsiteY3" fmla="*/ 6858000 h 6858000"/>
                <a:gd name="connsiteX4" fmla="*/ 0 w 802549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490" h="6858000">
                  <a:moveTo>
                    <a:pt x="0" y="0"/>
                  </a:moveTo>
                  <a:lnTo>
                    <a:pt x="4596490" y="0"/>
                  </a:lnTo>
                  <a:cubicBezTo>
                    <a:pt x="6490274" y="0"/>
                    <a:pt x="8025490" y="1535216"/>
                    <a:pt x="8025490" y="3429000"/>
                  </a:cubicBezTo>
                  <a:cubicBezTo>
                    <a:pt x="8025490" y="5322784"/>
                    <a:pt x="6490274" y="6858000"/>
                    <a:pt x="4596490" y="6858000"/>
                  </a:cubicBez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a:extLst>
                <a:ext uri="{FF2B5EF4-FFF2-40B4-BE49-F238E27FC236}">
                  <a16:creationId xmlns:a16="http://schemas.microsoft.com/office/drawing/2014/main" id="{89843C7E-5704-7A46-8974-F3BFA42E7310}"/>
                </a:ext>
              </a:extLst>
            </p:cNvPr>
            <p:cNvGrpSpPr/>
            <p:nvPr userDrawn="1"/>
          </p:nvGrpSpPr>
          <p:grpSpPr>
            <a:xfrm rot="16200000">
              <a:off x="8286528" y="2207195"/>
              <a:ext cx="3032351" cy="2443610"/>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7" name="Freeform 16">
              <a:extLst>
                <a:ext uri="{FF2B5EF4-FFF2-40B4-BE49-F238E27FC236}">
                  <a16:creationId xmlns:a16="http://schemas.microsoft.com/office/drawing/2014/main" id="{0B179973-08D2-EF40-B516-35E75E906394}"/>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17">
              <a:extLst>
                <a:ext uri="{FF2B5EF4-FFF2-40B4-BE49-F238E27FC236}">
                  <a16:creationId xmlns:a16="http://schemas.microsoft.com/office/drawing/2014/main" id="{6C811FF3-E48A-194D-8022-65F8C3A17449}"/>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177553"/>
            <a:ext cx="6245912" cy="3269447"/>
          </a:xfrm>
        </p:spPr>
        <p:txBody>
          <a:bodyPr bIns="0" anchor="b">
            <a:noAutofit/>
          </a:bodyPr>
          <a:lstStyle>
            <a:lvl1pPr algn="l">
              <a:defRPr sz="6000" b="1">
                <a:solidFill>
                  <a:schemeClr val="bg1"/>
                </a:solidFill>
                <a:latin typeface="+mj-lt"/>
              </a:defRPr>
            </a:lvl1pPr>
          </a:lstStyle>
          <a:p>
            <a:r>
              <a:rPr lang="en-US" dirty="0"/>
              <a:t>Click to add title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4" y="3492896"/>
            <a:ext cx="6245912" cy="912850"/>
          </a:xfrm>
        </p:spPr>
        <p:txBody>
          <a:bodyPr anchor="ctr" anchorCtr="0">
            <a:noAutofit/>
          </a:bodyPr>
          <a:lstStyle>
            <a:lvl1pPr marL="0" indent="0" algn="l">
              <a:buNone/>
              <a:defRPr sz="32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9865294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2 Column Content">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14DB56B5-5DD7-95E3-52B2-EDC4B3F13058}"/>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Freeform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601200" cy="1653371"/>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23984"/>
            <a:ext cx="4663440" cy="3332832"/>
          </a:xfrm>
        </p:spPr>
        <p:txBody>
          <a:bodyPr>
            <a:normAutofit/>
          </a:bodyPr>
          <a:lstStyle>
            <a:lvl1pPr marL="0" indent="0">
              <a:spcBef>
                <a:spcPts val="1000"/>
              </a:spcBef>
              <a:buFont typeface="Arial" panose="020B0604020202020204" pitchFamily="34" charset="0"/>
              <a:buNone/>
              <a:defRPr sz="2000">
                <a:latin typeface="+mn-lt"/>
              </a:defRPr>
            </a:lvl1pPr>
            <a:lvl2pPr marL="283464" indent="-283464">
              <a:spcBef>
                <a:spcPts val="1000"/>
              </a:spcBef>
              <a:buFont typeface="Arial" panose="020B0604020202020204" pitchFamily="34" charset="0"/>
              <a:buChar char="•"/>
              <a:defRPr sz="2000">
                <a:latin typeface="+mn-lt"/>
              </a:defRPr>
            </a:lvl2pPr>
            <a:lvl3pPr marL="566928" indent="-283464">
              <a:spcBef>
                <a:spcPts val="1000"/>
              </a:spcBef>
              <a:buFont typeface="Arial" panose="020B0604020202020204" pitchFamily="34" charset="0"/>
              <a:buChar char="•"/>
              <a:defRPr sz="2000">
                <a:latin typeface="+mn-lt"/>
              </a:defRPr>
            </a:lvl3pPr>
            <a:lvl4pPr marL="850392" indent="-283464">
              <a:spcBef>
                <a:spcPts val="1000"/>
              </a:spcBef>
              <a:buFont typeface="Arial" panose="020B0604020202020204" pitchFamily="34" charset="0"/>
              <a:buChar char="•"/>
              <a:defRPr sz="2000">
                <a:latin typeface="+mn-lt"/>
              </a:defRPr>
            </a:lvl4pPr>
            <a:lvl5pPr marL="1133856" indent="-283464">
              <a:spcBef>
                <a:spcPts val="1000"/>
              </a:spcBef>
              <a:buFont typeface="Arial" panose="020B0604020202020204" pitchFamily="34" charset="0"/>
              <a:buChar char="•"/>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2">
            <a:extLst>
              <a:ext uri="{FF2B5EF4-FFF2-40B4-BE49-F238E27FC236}">
                <a16:creationId xmlns:a16="http://schemas.microsoft.com/office/drawing/2014/main" id="{94CA559C-3355-DE44-ACF9-BDB6083C4225}"/>
              </a:ext>
            </a:extLst>
          </p:cNvPr>
          <p:cNvSpPr>
            <a:spLocks noGrp="1"/>
          </p:cNvSpPr>
          <p:nvPr>
            <p:ph idx="10" hasCustomPrompt="1"/>
          </p:nvPr>
        </p:nvSpPr>
        <p:spPr>
          <a:xfrm>
            <a:off x="6283235" y="2023984"/>
            <a:ext cx="4663440" cy="3332832"/>
          </a:xfrm>
        </p:spPr>
        <p:txBody>
          <a:bodyPr>
            <a:normAutofit/>
          </a:bodyPr>
          <a:lstStyle>
            <a:lvl1pPr marL="0" indent="0">
              <a:spcBef>
                <a:spcPts val="1000"/>
              </a:spcBef>
              <a:buFont typeface="Arial" panose="020B0604020202020204" pitchFamily="34" charset="0"/>
              <a:buNone/>
              <a:defRPr sz="2000">
                <a:latin typeface="+mn-lt"/>
              </a:defRPr>
            </a:lvl1pPr>
            <a:lvl2pPr marL="283464" indent="-283464">
              <a:spcBef>
                <a:spcPts val="1000"/>
              </a:spcBef>
              <a:buFont typeface="Arial" panose="020B0604020202020204" pitchFamily="34" charset="0"/>
              <a:buChar char="•"/>
              <a:defRPr sz="2000">
                <a:latin typeface="+mn-lt"/>
              </a:defRPr>
            </a:lvl2pPr>
            <a:lvl3pPr marL="566928" indent="-283464">
              <a:spcBef>
                <a:spcPts val="1000"/>
              </a:spcBef>
              <a:buFont typeface="Arial" panose="020B0604020202020204" pitchFamily="34" charset="0"/>
              <a:buChar char="•"/>
              <a:defRPr sz="2000">
                <a:latin typeface="+mn-lt"/>
              </a:defRPr>
            </a:lvl3pPr>
            <a:lvl4pPr marL="850392" indent="-283464">
              <a:spcBef>
                <a:spcPts val="1000"/>
              </a:spcBef>
              <a:buFont typeface="Arial" panose="020B0604020202020204" pitchFamily="34" charset="0"/>
              <a:buChar char="•"/>
              <a:defRPr sz="2000">
                <a:latin typeface="+mn-lt"/>
              </a:defRPr>
            </a:lvl4pPr>
            <a:lvl5pPr marL="1133856" indent="-283464">
              <a:spcBef>
                <a:spcPts val="1000"/>
              </a:spcBef>
              <a:buFont typeface="Arial" panose="020B0604020202020204" pitchFamily="34" charset="0"/>
              <a:buChar char="•"/>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7678435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2 content">
    <p:bg>
      <p:bgPr>
        <a:solidFill>
          <a:schemeClr val="accent1"/>
        </a:solidFill>
        <a:effectLst/>
      </p:bgPr>
    </p:bg>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1A0E8D4A-B13C-C7EE-5E27-278124A1276E}"/>
              </a:ext>
              <a:ext uri="{C183D7F6-B498-43B3-948B-1728B52AA6E4}">
                <adec:decorative xmlns:adec="http://schemas.microsoft.com/office/drawing/2017/decorative" val="1"/>
              </a:ext>
            </a:extLst>
          </p:cNvPr>
          <p:cNvGrpSpPr/>
          <p:nvPr userDrawn="1"/>
        </p:nvGrpSpPr>
        <p:grpSpPr>
          <a:xfrm>
            <a:off x="1" y="1"/>
            <a:ext cx="12191999" cy="6857999"/>
            <a:chOff x="1" y="1"/>
            <a:chExt cx="12191999" cy="6857999"/>
          </a:xfrm>
        </p:grpSpPr>
        <p:sp>
          <p:nvSpPr>
            <p:cNvPr id="4" name="Freeform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69008"/>
            <a:ext cx="9779183" cy="1706563"/>
          </a:xfrm>
        </p:spPr>
        <p:txBody>
          <a:bodyPr anchor="b">
            <a:noAutofit/>
          </a:bodyPr>
          <a:lstStyle>
            <a:lvl1pPr>
              <a:defRPr sz="4200" b="1">
                <a:solidFill>
                  <a:schemeClr val="bg1"/>
                </a:solidFill>
                <a:latin typeface="+mj-lt"/>
              </a:defRPr>
            </a:lvl1pPr>
          </a:lstStyle>
          <a:p>
            <a:r>
              <a:rPr lang="en-US" dirty="0"/>
              <a:t>Click to add title</a:t>
            </a:r>
          </a:p>
        </p:txBody>
      </p:sp>
      <p:sp>
        <p:nvSpPr>
          <p:cNvPr id="14" name="Content Placeholder 2">
            <a:extLst>
              <a:ext uri="{FF2B5EF4-FFF2-40B4-BE49-F238E27FC236}">
                <a16:creationId xmlns:a16="http://schemas.microsoft.com/office/drawing/2014/main" id="{926B296A-EB6A-9BE9-E813-B15C46524F4D}"/>
              </a:ext>
            </a:extLst>
          </p:cNvPr>
          <p:cNvSpPr>
            <a:spLocks noGrp="1"/>
          </p:cNvSpPr>
          <p:nvPr>
            <p:ph idx="12" hasCustomPrompt="1"/>
          </p:nvPr>
        </p:nvSpPr>
        <p:spPr>
          <a:xfrm>
            <a:off x="1167493" y="2023984"/>
            <a:ext cx="4663440" cy="3332832"/>
          </a:xfrm>
        </p:spPr>
        <p:txBody>
          <a:bodyPr>
            <a:normAutofit/>
          </a:bodyPr>
          <a:lstStyle>
            <a:lvl1pPr marL="530352" indent="-530352">
              <a:spcBef>
                <a:spcPts val="1000"/>
              </a:spcBef>
              <a:buFont typeface="+mj-lt"/>
              <a:buAutoNum type="arabicPeriod"/>
              <a:defRPr sz="2000">
                <a:solidFill>
                  <a:schemeClr val="bg1"/>
                </a:solidFill>
                <a:latin typeface="+mn-lt"/>
              </a:defRPr>
            </a:lvl1pPr>
            <a:lvl2pPr marL="1097280" indent="-530352">
              <a:spcBef>
                <a:spcPts val="1000"/>
              </a:spcBef>
              <a:buFont typeface="+mj-lt"/>
              <a:buAutoNum type="alphaLcPeriod"/>
              <a:defRPr sz="2000">
                <a:solidFill>
                  <a:schemeClr val="bg1"/>
                </a:solidFill>
                <a:latin typeface="+mn-lt"/>
              </a:defRPr>
            </a:lvl2pPr>
            <a:lvl3pPr marL="1645920" indent="-530352">
              <a:spcBef>
                <a:spcPts val="1000"/>
              </a:spcBef>
              <a:buFont typeface="+mj-lt"/>
              <a:buAutoNum type="arabicParenR"/>
              <a:defRPr sz="2000">
                <a:solidFill>
                  <a:schemeClr val="bg1"/>
                </a:solidFill>
                <a:latin typeface="+mn-lt"/>
              </a:defRPr>
            </a:lvl3pPr>
            <a:lvl4pPr marL="1920240" indent="-530352">
              <a:spcBef>
                <a:spcPts val="1000"/>
              </a:spcBef>
              <a:buFont typeface="+mj-lt"/>
              <a:buAutoNum type="alphaLcParenR"/>
              <a:defRPr sz="2000">
                <a:solidFill>
                  <a:schemeClr val="bg1"/>
                </a:solidFill>
                <a:latin typeface="+mn-lt"/>
              </a:defRPr>
            </a:lvl4pPr>
            <a:lvl5pPr marL="2560320" indent="-514350">
              <a:spcBef>
                <a:spcPts val="1000"/>
              </a:spcBef>
              <a:buFont typeface="+mj-lt"/>
              <a:buAutoNum type="romanLcPeriod"/>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9435B7D5-E7F8-1267-8942-3C97BE836B98}"/>
              </a:ext>
            </a:extLst>
          </p:cNvPr>
          <p:cNvSpPr>
            <a:spLocks noGrp="1"/>
          </p:cNvSpPr>
          <p:nvPr>
            <p:ph idx="11" hasCustomPrompt="1"/>
          </p:nvPr>
        </p:nvSpPr>
        <p:spPr>
          <a:xfrm>
            <a:off x="6283235" y="2023984"/>
            <a:ext cx="4663440" cy="3332832"/>
          </a:xfrm>
        </p:spPr>
        <p:txBody>
          <a:bodyPr>
            <a:normAutofit/>
          </a:bodyPr>
          <a:lstStyle>
            <a:lvl1pPr marL="0" indent="0">
              <a:spcBef>
                <a:spcPts val="1000"/>
              </a:spcBef>
              <a:buFont typeface="Arial" panose="020B0604020202020204" pitchFamily="34" charset="0"/>
              <a:buNone/>
              <a:defRPr sz="2000">
                <a:solidFill>
                  <a:schemeClr val="bg1"/>
                </a:solidFill>
                <a:latin typeface="+mn-lt"/>
              </a:defRPr>
            </a:lvl1pPr>
            <a:lvl2pPr marL="283464" indent="-283464">
              <a:spcBef>
                <a:spcPts val="1000"/>
              </a:spcBef>
              <a:buFont typeface="Arial" panose="020B0604020202020204" pitchFamily="34" charset="0"/>
              <a:buChar char="•"/>
              <a:defRPr sz="2000">
                <a:solidFill>
                  <a:schemeClr val="bg1"/>
                </a:solidFill>
                <a:latin typeface="+mn-lt"/>
              </a:defRPr>
            </a:lvl2pPr>
            <a:lvl3pPr marL="566928" indent="-283464">
              <a:spcBef>
                <a:spcPts val="1000"/>
              </a:spcBef>
              <a:buFont typeface="Arial" panose="020B0604020202020204" pitchFamily="34" charset="0"/>
              <a:buChar char="•"/>
              <a:defRPr sz="2000">
                <a:solidFill>
                  <a:schemeClr val="bg1"/>
                </a:solidFill>
                <a:latin typeface="+mn-lt"/>
              </a:defRPr>
            </a:lvl3pPr>
            <a:lvl4pPr marL="850392" indent="-283464">
              <a:spcBef>
                <a:spcPts val="1000"/>
              </a:spcBef>
              <a:buFont typeface="Arial" panose="020B0604020202020204" pitchFamily="34" charset="0"/>
              <a:buChar char="•"/>
              <a:defRPr sz="2000">
                <a:solidFill>
                  <a:schemeClr val="bg1"/>
                </a:solidFill>
                <a:latin typeface="+mn-lt"/>
              </a:defRPr>
            </a:lvl4pPr>
            <a:lvl5pPr marL="1133856"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2"/>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204266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and Image 1">
    <p:bg>
      <p:bgPr>
        <a:solidFill>
          <a:schemeClr val="accent2"/>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CEDB282-8288-C81F-52B5-048A3E80C931}"/>
              </a:ext>
              <a:ext uri="{C183D7F6-B498-43B3-948B-1728B52AA6E4}">
                <adec:decorative xmlns:adec="http://schemas.microsoft.com/office/drawing/2017/decorative" val="1"/>
              </a:ext>
            </a:extLst>
          </p:cNvPr>
          <p:cNvGrpSpPr/>
          <p:nvPr userDrawn="1"/>
        </p:nvGrpSpPr>
        <p:grpSpPr>
          <a:xfrm>
            <a:off x="0" y="0"/>
            <a:ext cx="12208822" cy="6858002"/>
            <a:chOff x="0" y="0"/>
            <a:chExt cx="12208822" cy="6858002"/>
          </a:xfrm>
        </p:grpSpPr>
        <p:sp>
          <p:nvSpPr>
            <p:cNvPr id="7" name="Rectangle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3" name="Title 1">
            <a:extLst>
              <a:ext uri="{FF2B5EF4-FFF2-40B4-BE49-F238E27FC236}">
                <a16:creationId xmlns:a16="http://schemas.microsoft.com/office/drawing/2014/main" id="{5E932F0D-7FC3-634B-932C-3625C16C8DE2}"/>
              </a:ext>
            </a:extLst>
          </p:cNvPr>
          <p:cNvSpPr>
            <a:spLocks noGrp="1"/>
          </p:cNvSpPr>
          <p:nvPr>
            <p:ph type="title" hasCustomPrompt="1"/>
          </p:nvPr>
        </p:nvSpPr>
        <p:spPr>
          <a:xfrm>
            <a:off x="1167492" y="457200"/>
            <a:ext cx="10643508" cy="1371600"/>
          </a:xfrm>
        </p:spPr>
        <p:txBody>
          <a:bodyPr anchor="b">
            <a:noAutofit/>
          </a:bodyPr>
          <a:lstStyle>
            <a:lvl1pPr>
              <a:defRPr sz="4200" b="1">
                <a:latin typeface="+mj-lt"/>
              </a:defRPr>
            </a:lvl1pPr>
          </a:lstStyle>
          <a:p>
            <a:r>
              <a:rPr lang="en-US" dirty="0"/>
              <a:t>Click to add title</a:t>
            </a:r>
          </a:p>
        </p:txBody>
      </p:sp>
      <p:sp>
        <p:nvSpPr>
          <p:cNvPr id="10" name="Content Placeholder 2">
            <a:extLst>
              <a:ext uri="{FF2B5EF4-FFF2-40B4-BE49-F238E27FC236}">
                <a16:creationId xmlns:a16="http://schemas.microsoft.com/office/drawing/2014/main" id="{B07A1CF7-9B3B-E43E-830E-DAB65B608249}"/>
              </a:ext>
            </a:extLst>
          </p:cNvPr>
          <p:cNvSpPr>
            <a:spLocks noGrp="1"/>
          </p:cNvSpPr>
          <p:nvPr>
            <p:ph idx="15" hasCustomPrompt="1"/>
          </p:nvPr>
        </p:nvSpPr>
        <p:spPr>
          <a:xfrm>
            <a:off x="1166088" y="2652713"/>
            <a:ext cx="5394959" cy="3436936"/>
          </a:xfrm>
        </p:spPr>
        <p:txBody>
          <a:bodyPr>
            <a:normAutofit/>
          </a:bodyPr>
          <a:lstStyle>
            <a:lvl1pPr marL="0" indent="0">
              <a:spcBef>
                <a:spcPts val="1000"/>
              </a:spcBef>
              <a:buFont typeface="Arial" panose="020B0604020202020204" pitchFamily="34" charset="0"/>
              <a:buNone/>
              <a:defRPr sz="2000">
                <a:solidFill>
                  <a:schemeClr val="bg1"/>
                </a:solidFill>
                <a:latin typeface="+mn-lt"/>
              </a:defRPr>
            </a:lvl1pPr>
            <a:lvl2pPr marL="283464" indent="-283464">
              <a:spcBef>
                <a:spcPts val="1000"/>
              </a:spcBef>
              <a:buFont typeface="Arial" panose="020B0604020202020204" pitchFamily="34" charset="0"/>
              <a:buChar char="•"/>
              <a:defRPr sz="2000">
                <a:solidFill>
                  <a:schemeClr val="bg1"/>
                </a:solidFill>
                <a:latin typeface="+mn-lt"/>
              </a:defRPr>
            </a:lvl2pPr>
            <a:lvl3pPr marL="566928" indent="-283464">
              <a:spcBef>
                <a:spcPts val="1000"/>
              </a:spcBef>
              <a:buFont typeface="Arial" panose="020B0604020202020204" pitchFamily="34" charset="0"/>
              <a:buChar char="•"/>
              <a:defRPr sz="2000">
                <a:solidFill>
                  <a:schemeClr val="bg1"/>
                </a:solidFill>
                <a:latin typeface="+mn-lt"/>
              </a:defRPr>
            </a:lvl3pPr>
            <a:lvl4pPr marL="850392" indent="-283464">
              <a:spcBef>
                <a:spcPts val="1000"/>
              </a:spcBef>
              <a:buFont typeface="Arial" panose="020B0604020202020204" pitchFamily="34" charset="0"/>
              <a:buChar char="•"/>
              <a:defRPr sz="2000">
                <a:solidFill>
                  <a:schemeClr val="bg1"/>
                </a:solidFill>
                <a:latin typeface="+mn-lt"/>
              </a:defRPr>
            </a:lvl4pPr>
            <a:lvl5pPr marL="1133856"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14">
            <a:extLst>
              <a:ext uri="{FF2B5EF4-FFF2-40B4-BE49-F238E27FC236}">
                <a16:creationId xmlns:a16="http://schemas.microsoft.com/office/drawing/2014/main" id="{D976D8D6-3BDC-1908-3425-FEE3EEF51A26}"/>
              </a:ext>
            </a:extLst>
          </p:cNvPr>
          <p:cNvSpPr>
            <a:spLocks noGrp="1"/>
          </p:cNvSpPr>
          <p:nvPr>
            <p:ph type="pic" sz="quarter" idx="14"/>
          </p:nvPr>
        </p:nvSpPr>
        <p:spPr>
          <a:xfrm>
            <a:off x="7317920" y="1447800"/>
            <a:ext cx="4214010" cy="4214010"/>
          </a:xfrm>
          <a:prstGeom prst="ellipse">
            <a:avLst/>
          </a:prstGeom>
          <a:solidFill>
            <a:schemeClr val="accent2"/>
          </a:solidFill>
        </p:spPr>
        <p:txBody>
          <a:bodyPr/>
          <a:lstStyle>
            <a:lvl1pPr marL="0" indent="0" algn="ctr">
              <a:buNone/>
              <a:defRPr sz="2000"/>
            </a:lvl1pPr>
          </a:lstStyle>
          <a:p>
            <a:r>
              <a:rPr lang="en-US"/>
              <a:t>Click icon to add picture</a:t>
            </a:r>
            <a:endParaRPr lang="en-US" dirty="0"/>
          </a:p>
        </p:txBody>
      </p:sp>
      <p:sp>
        <p:nvSpPr>
          <p:cNvPr id="4" name="Date Placeholder 3">
            <a:extLst>
              <a:ext uri="{FF2B5EF4-FFF2-40B4-BE49-F238E27FC236}">
                <a16:creationId xmlns:a16="http://schemas.microsoft.com/office/drawing/2014/main" id="{8E95D4F5-F69B-42F6-8A9D-330F696E144B}"/>
              </a:ext>
            </a:extLst>
          </p:cNvPr>
          <p:cNvSpPr>
            <a:spLocks noGrp="1"/>
          </p:cNvSpPr>
          <p:nvPr>
            <p:ph type="dt" sz="half" idx="10"/>
          </p:nvPr>
        </p:nvSpPr>
        <p:spPr/>
        <p:txBody>
          <a:bodyPr>
            <a:noAutofit/>
          </a:bodyPr>
          <a:lstStyle>
            <a:lvl1pPr>
              <a:defRPr>
                <a:solidFill>
                  <a:schemeClr val="accent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FA79A23A-2238-4904-8692-9F2DAE8B8FC9}"/>
              </a:ext>
            </a:extLst>
          </p:cNvPr>
          <p:cNvSpPr>
            <a:spLocks noGrp="1"/>
          </p:cNvSpPr>
          <p:nvPr>
            <p:ph type="ftr" sz="quarter" idx="11"/>
          </p:nvPr>
        </p:nvSpPr>
        <p:spPr/>
        <p:txBody>
          <a:bodyPr>
            <a:noAutofit/>
          </a:bodyPr>
          <a:lstStyle>
            <a:lvl1pPr>
              <a:defRPr>
                <a:solidFill>
                  <a:schemeClr val="accent2"/>
                </a:solidFill>
                <a:latin typeface="+mn-lt"/>
              </a:defRPr>
            </a:lvl1pPr>
          </a:lstStyle>
          <a:p>
            <a:endParaRPr lang="en-US" dirty="0"/>
          </a:p>
        </p:txBody>
      </p:sp>
      <p:sp>
        <p:nvSpPr>
          <p:cNvPr id="6" name="Slide Number Placeholder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a:noAutofit/>
          </a:bodyPr>
          <a:lstStyle>
            <a:lvl1pPr>
              <a:defRPr>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1930305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SmartArt 2">
    <p:bg>
      <p:bgPr>
        <a:solidFill>
          <a:schemeClr val="accent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ABA2A58C-57B7-834C-8F5C-3299322411B1}"/>
              </a:ext>
              <a:ext uri="{C183D7F6-B498-43B3-948B-1728B52AA6E4}">
                <adec:decorative xmlns:adec="http://schemas.microsoft.com/office/drawing/2017/decorative" val="1"/>
              </a:ext>
            </a:extLst>
          </p:cNvPr>
          <p:cNvGrpSpPr/>
          <p:nvPr userDrawn="1"/>
        </p:nvGrpSpPr>
        <p:grpSpPr>
          <a:xfrm rot="16200000">
            <a:off x="10772262" y="152641"/>
            <a:ext cx="1572380" cy="1267097"/>
            <a:chOff x="7413403" y="4976359"/>
            <a:chExt cx="2334986" cy="1881641"/>
          </a:xfrm>
        </p:grpSpPr>
        <p:sp>
          <p:nvSpPr>
            <p:cNvPr id="13" name="Freeform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457200"/>
            <a:ext cx="9692640" cy="1371600"/>
          </a:xfrm>
        </p:spPr>
        <p:txBody>
          <a:bodyPr anchor="b">
            <a:noAutofit/>
          </a:bodyPr>
          <a:lstStyle>
            <a:lvl1pPr>
              <a:defRPr sz="4200" b="1">
                <a:latin typeface="+mj-lt"/>
              </a:defRPr>
            </a:lvl1pPr>
          </a:lstStyle>
          <a:p>
            <a:r>
              <a:rPr lang="en-US" dirty="0"/>
              <a:t>Click to add title</a:t>
            </a:r>
          </a:p>
        </p:txBody>
      </p:sp>
      <p:sp>
        <p:nvSpPr>
          <p:cNvPr id="4" name="Content Placeholder 2">
            <a:extLst>
              <a:ext uri="{FF2B5EF4-FFF2-40B4-BE49-F238E27FC236}">
                <a16:creationId xmlns:a16="http://schemas.microsoft.com/office/drawing/2014/main" id="{C45E425B-455F-127B-1647-045FD094F15D}"/>
              </a:ext>
            </a:extLst>
          </p:cNvPr>
          <p:cNvSpPr>
            <a:spLocks noGrp="1"/>
          </p:cNvSpPr>
          <p:nvPr>
            <p:ph idx="10" hasCustomPrompt="1"/>
          </p:nvPr>
        </p:nvSpPr>
        <p:spPr>
          <a:xfrm>
            <a:off x="1167493" y="2087561"/>
            <a:ext cx="2693306" cy="3890543"/>
          </a:xfrm>
        </p:spPr>
        <p:txBody>
          <a:bodyPr>
            <a:noAutofit/>
          </a:bodyPr>
          <a:lstStyle>
            <a:lvl1pPr marL="0" indent="0">
              <a:buNone/>
              <a:defRPr sz="2000">
                <a:latin typeface="+mn-lt"/>
              </a:defRPr>
            </a:lvl1pPr>
            <a:lvl2pPr marL="457200" indent="0">
              <a:buNone/>
              <a:defRPr sz="2000">
                <a:latin typeface="+mn-lt"/>
              </a:defRPr>
            </a:lvl2pPr>
            <a:lvl3pPr marL="914400" indent="0">
              <a:buNone/>
              <a:defRPr sz="2000">
                <a:latin typeface="+mn-lt"/>
              </a:defRPr>
            </a:lvl3pPr>
            <a:lvl4pPr marL="1371600" indent="0">
              <a:buNone/>
              <a:defRPr sz="2000">
                <a:latin typeface="+mn-lt"/>
              </a:defRPr>
            </a:lvl4pPr>
            <a:lvl5pPr marL="1828800" indent="0">
              <a:buNone/>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4216400" y="2087563"/>
            <a:ext cx="6730274" cy="3890543"/>
          </a:xfrm>
        </p:spPr>
        <p:txBody>
          <a:bodyPr>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8270985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Title and Content and Image 2">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79F46B00-4AE8-52A2-6926-FC2F5DD1FAD4}"/>
              </a:ext>
              <a:ext uri="{C183D7F6-B498-43B3-948B-1728B52AA6E4}">
                <adec:decorative xmlns:adec="http://schemas.microsoft.com/office/drawing/2017/decorative" val="1"/>
              </a:ext>
            </a:extLst>
          </p:cNvPr>
          <p:cNvGrpSpPr/>
          <p:nvPr userDrawn="1"/>
        </p:nvGrpSpPr>
        <p:grpSpPr>
          <a:xfrm>
            <a:off x="-2364" y="0"/>
            <a:ext cx="12194364" cy="6858000"/>
            <a:chOff x="-2364" y="0"/>
            <a:chExt cx="12194364" cy="6858000"/>
          </a:xfrm>
        </p:grpSpPr>
        <p:sp>
          <p:nvSpPr>
            <p:cNvPr id="4" name="Freeform 3">
              <a:extLst>
                <a:ext uri="{FF2B5EF4-FFF2-40B4-BE49-F238E27FC236}">
                  <a16:creationId xmlns:a16="http://schemas.microsoft.com/office/drawing/2014/main" id="{6A7F6A3F-E1DD-A246-9A6D-5F9B18BA2588}"/>
                </a:ext>
              </a:extLst>
            </p:cNvPr>
            <p:cNvSpPr/>
            <p:nvPr userDrawn="1"/>
          </p:nvSpPr>
          <p:spPr>
            <a:xfrm rot="5400000">
              <a:off x="8580896" y="0"/>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a:off x="-2364"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nvGrpSpPr>
            <p:cNvPr id="9" name="Group 8">
              <a:extLst>
                <a:ext uri="{FF2B5EF4-FFF2-40B4-BE49-F238E27FC236}">
                  <a16:creationId xmlns:a16="http://schemas.microsoft.com/office/drawing/2014/main" id="{9861BC34-DFBF-2D4F-B463-FCFBC08391FF}"/>
                </a:ext>
              </a:extLst>
            </p:cNvPr>
            <p:cNvGrpSpPr/>
            <p:nvPr userDrawn="1"/>
          </p:nvGrpSpPr>
          <p:grpSpPr>
            <a:xfrm>
              <a:off x="2587417"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5549489" y="457199"/>
            <a:ext cx="5943599" cy="1920240"/>
          </a:xfrm>
        </p:spPr>
        <p:txBody>
          <a:bodyPr anchor="b">
            <a:noAutofit/>
          </a:bodyPr>
          <a:lstStyle>
            <a:lvl1pPr>
              <a:defRPr sz="4200" b="1">
                <a:latin typeface="+mj-lt"/>
              </a:defRPr>
            </a:lvl1pPr>
          </a:lstStyle>
          <a:p>
            <a:r>
              <a:rPr lang="en-US" dirty="0"/>
              <a:t>Click to add title</a:t>
            </a:r>
          </a:p>
        </p:txBody>
      </p:sp>
      <p:sp>
        <p:nvSpPr>
          <p:cNvPr id="15" name="Content Placeholder 2">
            <a:extLst>
              <a:ext uri="{FF2B5EF4-FFF2-40B4-BE49-F238E27FC236}">
                <a16:creationId xmlns:a16="http://schemas.microsoft.com/office/drawing/2014/main" id="{6BBDFA0C-B372-969D-6C8A-F664A4BF8D41}"/>
              </a:ext>
            </a:extLst>
          </p:cNvPr>
          <p:cNvSpPr>
            <a:spLocks noGrp="1" noChangeAspect="1"/>
          </p:cNvSpPr>
          <p:nvPr>
            <p:ph idx="17" hasCustomPrompt="1"/>
          </p:nvPr>
        </p:nvSpPr>
        <p:spPr>
          <a:xfrm>
            <a:off x="823108" y="640080"/>
            <a:ext cx="4297680" cy="4297680"/>
          </a:xfrm>
          <a:prstGeom prst="ellipse">
            <a:avLst/>
          </a:prstGeom>
          <a:solidFill>
            <a:schemeClr val="accent2"/>
          </a:solidFill>
        </p:spPr>
        <p:txBody>
          <a:bodyPr anchor="ctr" anchorCtr="0">
            <a:noAutofit/>
          </a:bodyPr>
          <a:lstStyle>
            <a:lvl1pPr marL="0" indent="0" algn="ctr">
              <a:buFont typeface="Arial" panose="020B0604020202020204" pitchFamily="34" charset="0"/>
              <a:buNone/>
              <a:defRPr sz="2000">
                <a:latin typeface="+mn-lt"/>
              </a:defRPr>
            </a:lvl1pPr>
            <a:lvl2pPr marL="347663" indent="0" algn="ctr">
              <a:buFont typeface="Arial" panose="020B0604020202020204" pitchFamily="34" charset="0"/>
              <a:buNone/>
              <a:defRPr sz="2000">
                <a:latin typeface="+mn-lt"/>
              </a:defRPr>
            </a:lvl2pPr>
            <a:lvl3pPr marL="685800" indent="0" algn="ctr">
              <a:buFont typeface="Arial" panose="020B0604020202020204" pitchFamily="34" charset="0"/>
              <a:buNone/>
              <a:defRPr sz="2000">
                <a:latin typeface="+mn-lt"/>
              </a:defRPr>
            </a:lvl3pPr>
            <a:lvl4pPr marL="914400" indent="0" algn="ctr">
              <a:buFont typeface="Arial" panose="020B0604020202020204" pitchFamily="34" charset="0"/>
              <a:buNone/>
              <a:defRPr sz="2000">
                <a:latin typeface="+mn-lt"/>
              </a:defRPr>
            </a:lvl4pPr>
            <a:lvl5pPr marL="1143000" indent="0" algn="ctr">
              <a:buFont typeface="Arial" panose="020B0604020202020204" pitchFamily="34" charset="0"/>
              <a:buNone/>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67114"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
        <p:nvSpPr>
          <p:cNvPr id="3" name="Content Placeholder 2">
            <a:extLst>
              <a:ext uri="{FF2B5EF4-FFF2-40B4-BE49-F238E27FC236}">
                <a16:creationId xmlns:a16="http://schemas.microsoft.com/office/drawing/2014/main" id="{99A8D2CC-EE75-85FA-1577-88C0BEC7B10C}"/>
              </a:ext>
            </a:extLst>
          </p:cNvPr>
          <p:cNvSpPr>
            <a:spLocks noGrp="1"/>
          </p:cNvSpPr>
          <p:nvPr>
            <p:ph idx="15" hasCustomPrompt="1"/>
          </p:nvPr>
        </p:nvSpPr>
        <p:spPr>
          <a:xfrm>
            <a:off x="5549490" y="2706369"/>
            <a:ext cx="5943600" cy="3383279"/>
          </a:xfrm>
        </p:spPr>
        <p:txBody>
          <a:bodyPr>
            <a:normAutofit/>
          </a:bodyPr>
          <a:lstStyle>
            <a:lvl1pPr marL="283464" indent="-283464">
              <a:spcBef>
                <a:spcPts val="1000"/>
              </a:spcBef>
              <a:buFont typeface="Arial" panose="020B0604020202020204" pitchFamily="34" charset="0"/>
              <a:buChar char="•"/>
              <a:defRPr sz="2000">
                <a:solidFill>
                  <a:schemeClr val="tx1"/>
                </a:solidFill>
                <a:latin typeface="+mn-lt"/>
              </a:defRPr>
            </a:lvl1pPr>
            <a:lvl2pPr marL="566928" indent="-283464">
              <a:spcBef>
                <a:spcPts val="1000"/>
              </a:spcBef>
              <a:buFont typeface="Arial" panose="020B0604020202020204" pitchFamily="34" charset="0"/>
              <a:buChar char="•"/>
              <a:defRPr sz="2000">
                <a:solidFill>
                  <a:schemeClr val="tx1"/>
                </a:solidFill>
                <a:latin typeface="+mn-lt"/>
              </a:defRPr>
            </a:lvl2pPr>
            <a:lvl3pPr marL="850392" indent="-283464">
              <a:spcBef>
                <a:spcPts val="1000"/>
              </a:spcBef>
              <a:buFont typeface="Arial" panose="020B0604020202020204" pitchFamily="34" charset="0"/>
              <a:buChar char="•"/>
              <a:defRPr sz="2000">
                <a:solidFill>
                  <a:schemeClr val="tx1"/>
                </a:solidFill>
                <a:latin typeface="+mn-lt"/>
              </a:defRPr>
            </a:lvl3pPr>
            <a:lvl4pPr marL="1133856" indent="-283464">
              <a:spcBef>
                <a:spcPts val="1000"/>
              </a:spcBef>
              <a:buFont typeface="Arial" panose="020B0604020202020204" pitchFamily="34" charset="0"/>
              <a:buChar char="•"/>
              <a:defRPr sz="2000">
                <a:solidFill>
                  <a:schemeClr val="tx1"/>
                </a:solidFill>
                <a:latin typeface="+mn-lt"/>
              </a:defRPr>
            </a:lvl4pPr>
            <a:lvl5pPr marL="1463040" indent="-283464">
              <a:spcBef>
                <a:spcPts val="1000"/>
              </a:spcBef>
              <a:buFont typeface="Arial" panose="020B0604020202020204" pitchFamily="34" charset="0"/>
              <a:buChar char="•"/>
              <a:defRPr sz="2000">
                <a:solidFill>
                  <a:schemeClr val="tx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256561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Chart ">
    <p:bg>
      <p:bgPr>
        <a:solidFill>
          <a:schemeClr val="accent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ABA2A58C-57B7-834C-8F5C-3299322411B1}"/>
              </a:ext>
              <a:ext uri="{C183D7F6-B498-43B3-948B-1728B52AA6E4}">
                <adec:decorative xmlns:adec="http://schemas.microsoft.com/office/drawing/2017/decorative" val="1"/>
              </a:ext>
            </a:extLst>
          </p:cNvPr>
          <p:cNvGrpSpPr/>
          <p:nvPr userDrawn="1"/>
        </p:nvGrpSpPr>
        <p:grpSpPr>
          <a:xfrm rot="16200000">
            <a:off x="10772262" y="152641"/>
            <a:ext cx="1572380" cy="1267097"/>
            <a:chOff x="7413403" y="4976359"/>
            <a:chExt cx="2334986" cy="1881641"/>
          </a:xfrm>
        </p:grpSpPr>
        <p:sp>
          <p:nvSpPr>
            <p:cNvPr id="13" name="Freeform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779183" cy="1570038"/>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4832"/>
            <a:ext cx="9779182" cy="3366813"/>
          </a:xfrm>
        </p:spPr>
        <p:txBody>
          <a:bodyPr>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1909451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End Slide">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8AD52EA-B01E-8D38-D87A-BF7EB5B58A82}"/>
              </a:ext>
              <a:ext uri="{C183D7F6-B498-43B3-948B-1728B52AA6E4}">
                <adec:decorative xmlns:adec="http://schemas.microsoft.com/office/drawing/2017/decorative" val="1"/>
              </a:ext>
            </a:extLst>
          </p:cNvPr>
          <p:cNvGrpSpPr/>
          <p:nvPr userDrawn="1"/>
        </p:nvGrpSpPr>
        <p:grpSpPr>
          <a:xfrm>
            <a:off x="0" y="-1"/>
            <a:ext cx="12192001" cy="6864796"/>
            <a:chOff x="0" y="-1"/>
            <a:chExt cx="12192001" cy="6864796"/>
          </a:xfrm>
        </p:grpSpPr>
        <p:sp>
          <p:nvSpPr>
            <p:cNvPr id="4" name="Rectangle 3">
              <a:extLst>
                <a:ext uri="{FF2B5EF4-FFF2-40B4-BE49-F238E27FC236}">
                  <a16:creationId xmlns:a16="http://schemas.microsoft.com/office/drawing/2014/main" id="{9AC79249-FDC0-364D-A734-AE1DE1605D28}"/>
                </a:ext>
              </a:extLst>
            </p:cNvPr>
            <p:cNvSpPr/>
            <p:nvPr userDrawn="1"/>
          </p:nvSpPr>
          <p:spPr>
            <a:xfrm>
              <a:off x="8264426" y="0"/>
              <a:ext cx="392757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a:extLst>
                <a:ext uri="{FF2B5EF4-FFF2-40B4-BE49-F238E27FC236}">
                  <a16:creationId xmlns:a16="http://schemas.microsoft.com/office/drawing/2014/main" id="{F15FBB50-09C8-B64E-AE57-67C5E70810CB}"/>
                </a:ext>
              </a:extLst>
            </p:cNvPr>
            <p:cNvGrpSpPr/>
            <p:nvPr userDrawn="1"/>
          </p:nvGrpSpPr>
          <p:grpSpPr>
            <a:xfrm>
              <a:off x="8264427" y="3685939"/>
              <a:ext cx="3927573" cy="3178856"/>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16">
              <a:extLst>
                <a:ext uri="{FF2B5EF4-FFF2-40B4-BE49-F238E27FC236}">
                  <a16:creationId xmlns:a16="http://schemas.microsoft.com/office/drawing/2014/main" id="{39563C76-BC00-DE47-88F5-C24D3CE3325A}"/>
                </a:ext>
              </a:extLst>
            </p:cNvPr>
            <p:cNvSpPr/>
            <p:nvPr userDrawn="1"/>
          </p:nvSpPr>
          <p:spPr>
            <a:xfrm>
              <a:off x="10228214" y="-1"/>
              <a:ext cx="1963787" cy="3178856"/>
            </a:xfrm>
            <a:custGeom>
              <a:avLst/>
              <a:gdLst>
                <a:gd name="connsiteX0" fmla="*/ 0 w 1963787"/>
                <a:gd name="connsiteY0" fmla="*/ 0 h 3178856"/>
                <a:gd name="connsiteX1" fmla="*/ 1963787 w 1963787"/>
                <a:gd name="connsiteY1" fmla="*/ 0 h 3178856"/>
                <a:gd name="connsiteX2" fmla="*/ 1963787 w 1963787"/>
                <a:gd name="connsiteY2" fmla="*/ 1967129 h 3178856"/>
                <a:gd name="connsiteX3" fmla="*/ 1963787 w 1963787"/>
                <a:gd name="connsiteY3" fmla="*/ 2349671 h 3178856"/>
                <a:gd name="connsiteX4" fmla="*/ 1963787 w 1963787"/>
                <a:gd name="connsiteY4" fmla="*/ 3178856 h 3178856"/>
                <a:gd name="connsiteX5" fmla="*/ 1963753 w 1963787"/>
                <a:gd name="connsiteY5" fmla="*/ 3178856 h 3178856"/>
                <a:gd name="connsiteX6" fmla="*/ 1763002 w 1963787"/>
                <a:gd name="connsiteY6" fmla="*/ 3168629 h 3178856"/>
                <a:gd name="connsiteX7" fmla="*/ 0 w 1963787"/>
                <a:gd name="connsiteY7" fmla="*/ 1197921 h 3178856"/>
                <a:gd name="connsiteX8" fmla="*/ 0 w 1963787"/>
                <a:gd name="connsiteY8" fmla="*/ 1039961 h 3178856"/>
                <a:gd name="connsiteX9" fmla="*/ 0 w 1963787"/>
                <a:gd name="connsiteY9" fmla="*/ 0 h 3178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3787" h="3178856">
                  <a:moveTo>
                    <a:pt x="0" y="0"/>
                  </a:moveTo>
                  <a:lnTo>
                    <a:pt x="1963787" y="0"/>
                  </a:lnTo>
                  <a:lnTo>
                    <a:pt x="1963787" y="1967129"/>
                  </a:lnTo>
                  <a:lnTo>
                    <a:pt x="1963787" y="2349671"/>
                  </a:lnTo>
                  <a:lnTo>
                    <a:pt x="1963787" y="3178856"/>
                  </a:lnTo>
                  <a:lnTo>
                    <a:pt x="1963753" y="3178856"/>
                  </a:lnTo>
                  <a:lnTo>
                    <a:pt x="1763002" y="3168629"/>
                  </a:lnTo>
                  <a:cubicBezTo>
                    <a:pt x="772749" y="3067186"/>
                    <a:pt x="0" y="2223585"/>
                    <a:pt x="0" y="1197921"/>
                  </a:cubicBezTo>
                  <a:lnTo>
                    <a:pt x="0" y="1039961"/>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252549"/>
            <a:ext cx="6220278" cy="3262811"/>
          </a:xfrm>
        </p:spPr>
        <p:txBody>
          <a:bodyPr anchor="b">
            <a:noAutofit/>
          </a:bodyPr>
          <a:lstStyle>
            <a:lvl1pPr algn="l">
              <a:defRPr sz="6000" b="1">
                <a:latin typeface="+mj-lt"/>
              </a:defRPr>
            </a:lvl1pPr>
          </a:lstStyle>
          <a:p>
            <a:r>
              <a:rPr lang="en-US" dirty="0"/>
              <a:t>Click to add title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3" y="3685939"/>
            <a:ext cx="6220277" cy="2919512"/>
          </a:xfrm>
        </p:spPr>
        <p:txBody>
          <a:bodyPr anchor="t" anchorCtr="0">
            <a:normAutofit/>
          </a:bodyPr>
          <a:lstStyle>
            <a:lvl1pPr marL="0" indent="0" algn="l">
              <a:buNone/>
              <a:defRPr sz="28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add text</a:t>
            </a:r>
          </a:p>
        </p:txBody>
      </p:sp>
    </p:spTree>
    <p:extLst>
      <p:ext uri="{BB962C8B-B14F-4D97-AF65-F5344CB8AC3E}">
        <p14:creationId xmlns:p14="http://schemas.microsoft.com/office/powerpoint/2010/main" val="25447069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ED77A09-15C2-4E47-948E-AACAFCA47D40}"/>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tx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tx2"/>
                </a:solidFill>
                <a:latin typeface="+mn-lt"/>
              </a:defRPr>
            </a:lvl1pPr>
          </a:lstStyle>
          <a:p>
            <a:endParaRPr lang="en-US" dirty="0"/>
          </a:p>
        </p:txBody>
      </p:sp>
      <p:sp>
        <p:nvSpPr>
          <p:cNvPr id="6" name="Slide Number Placeholder 5">
            <a:extLst>
              <a:ext uri="{FF2B5EF4-FFF2-40B4-BE49-F238E27FC236}">
                <a16:creationId xmlns:a16="http://schemas.microsoft.com/office/drawing/2014/main" id="{CDC57CF0-034F-450D-937C-718D5AF1A059}"/>
              </a:ext>
            </a:extLst>
          </p:cNvPr>
          <p:cNvSpPr>
            <a:spLocks noGrp="1"/>
          </p:cNvSpPr>
          <p:nvPr>
            <p:ph type="sldNum" sz="quarter" idx="4"/>
          </p:nvPr>
        </p:nvSpPr>
        <p:spPr>
          <a:xfrm>
            <a:off x="9067800" y="6356350"/>
            <a:ext cx="2743200" cy="365125"/>
          </a:xfrm>
          <a:prstGeom prst="rect">
            <a:avLst/>
          </a:prstGeom>
        </p:spPr>
        <p:txBody>
          <a:bodyPr vert="horz" lIns="91440" tIns="45720" rIns="91440" bIns="45720" rtlCol="0" anchor="ctr">
            <a:noAutofit/>
          </a:bodyPr>
          <a:lstStyle>
            <a:lvl1pPr algn="r">
              <a:defRPr sz="1200">
                <a:solidFill>
                  <a:schemeClr val="tx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73" r:id="rId3"/>
    <p:sldLayoutId id="2147483671" r:id="rId4"/>
    <p:sldLayoutId id="2147483659" r:id="rId5"/>
    <p:sldLayoutId id="2147483668" r:id="rId6"/>
    <p:sldLayoutId id="2147483669" r:id="rId7"/>
    <p:sldLayoutId id="2147483675" r:id="rId8"/>
    <p:sldLayoutId id="2147483677" r:id="rId9"/>
    <p:sldLayoutId id="2147483676" r:id="rId10"/>
    <p:sldLayoutId id="2147483661" r:id="rId11"/>
    <p:sldLayoutId id="2147483666" r:id="rId12"/>
  </p:sldLayoutIdLst>
  <p:hf sldNum="0" hdr="0" ftr="0" dt="0"/>
  <p:txStyles>
    <p:titleStyle>
      <a:lvl1pPr algn="l" defTabSz="914400" rtl="0" eaLnBrk="1" latinLnBrk="0" hangingPunct="1">
        <a:lnSpc>
          <a:spcPct val="8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hyperlink" Target="https://ncmedsoc.org/do-your-patients-trust-you-if-not-you-could-be-making-them-sicker/"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hyperlink" Target="https://huggingface.co/cBioPorta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6.xml"/><Relationship Id="rId1" Type="http://schemas.openxmlformats.org/officeDocument/2006/relationships/slideLayout" Target="../slideLayouts/slideLayout10.xml"/><Relationship Id="rId4" Type="http://schemas.openxmlformats.org/officeDocument/2006/relationships/hyperlink" Target="https://www.careerstaff.com/healthcare-staffing-blog/benefits-of-patient-centered-care-for-healthcare-employers/"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cbioportal.org/study/summary?id=msk_chord_2024" TargetMode="External"/><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F3D98-3C30-4CFC-8643-C81E829C8C25}"/>
              </a:ext>
            </a:extLst>
          </p:cNvPr>
          <p:cNvSpPr>
            <a:spLocks noGrp="1"/>
          </p:cNvSpPr>
          <p:nvPr>
            <p:ph type="title"/>
          </p:nvPr>
        </p:nvSpPr>
        <p:spPr>
          <a:xfrm>
            <a:off x="1167492" y="1371600"/>
            <a:ext cx="5486400" cy="4114800"/>
          </a:xfrm>
        </p:spPr>
        <p:txBody>
          <a:bodyPr anchor="ctr">
            <a:normAutofit/>
          </a:bodyPr>
          <a:lstStyle/>
          <a:p>
            <a:r>
              <a:rPr lang="en-US" sz="5100" dirty="0"/>
              <a:t>Pancreatic Cancer Risk Identification and Treatment Recommendation</a:t>
            </a:r>
          </a:p>
        </p:txBody>
      </p:sp>
      <p:pic>
        <p:nvPicPr>
          <p:cNvPr id="4" name="Picture Placeholder 3">
            <a:extLst>
              <a:ext uri="{FF2B5EF4-FFF2-40B4-BE49-F238E27FC236}">
                <a16:creationId xmlns:a16="http://schemas.microsoft.com/office/drawing/2014/main" id="{2C7B62CB-ECB0-EE6B-4986-AE53C624026D}"/>
              </a:ext>
            </a:extLst>
          </p:cNvPr>
          <p:cNvPicPr>
            <a:picLocks noGrp="1" noChangeAspect="1"/>
          </p:cNvPicPr>
          <p:nvPr>
            <p:ph type="pic" sz="quarter" idx="10"/>
          </p:nvPr>
        </p:nvPicPr>
        <p:blipFill>
          <a:blip r:embed="rId3">
            <a:extLst>
              <a:ext uri="{837473B0-CC2E-450A-ABE3-18F120FF3D39}">
                <a1611:picAttrSrcUrl xmlns:a1611="http://schemas.microsoft.com/office/drawing/2016/11/main" r:id="rId4"/>
              </a:ext>
            </a:extLst>
          </a:blip>
          <a:srcRect l="11745" r="11745"/>
          <a:stretch/>
        </p:blipFill>
        <p:spPr>
          <a:xfrm>
            <a:off x="7183438" y="1168400"/>
            <a:ext cx="4500562" cy="4521200"/>
          </a:xfrm>
          <a:noFill/>
        </p:spPr>
      </p:pic>
    </p:spTree>
    <p:extLst>
      <p:ext uri="{BB962C8B-B14F-4D97-AF65-F5344CB8AC3E}">
        <p14:creationId xmlns:p14="http://schemas.microsoft.com/office/powerpoint/2010/main" val="225930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DF9E134-98AA-3ECE-E40A-180C85ACD7D5}"/>
              </a:ext>
            </a:extLst>
          </p:cNvPr>
          <p:cNvSpPr>
            <a:spLocks noGrp="1"/>
          </p:cNvSpPr>
          <p:nvPr>
            <p:ph type="title"/>
          </p:nvPr>
        </p:nvSpPr>
        <p:spPr>
          <a:xfrm>
            <a:off x="1167492" y="136526"/>
            <a:ext cx="9601200" cy="1653371"/>
          </a:xfrm>
        </p:spPr>
        <p:txBody>
          <a:bodyPr/>
          <a:lstStyle/>
          <a:p>
            <a:r>
              <a:rPr lang="en-US" dirty="0"/>
              <a:t>Introduction and Background</a:t>
            </a:r>
          </a:p>
        </p:txBody>
      </p:sp>
      <p:sp>
        <p:nvSpPr>
          <p:cNvPr id="3" name="Content Placeholder 2">
            <a:extLst>
              <a:ext uri="{FF2B5EF4-FFF2-40B4-BE49-F238E27FC236}">
                <a16:creationId xmlns:a16="http://schemas.microsoft.com/office/drawing/2014/main" id="{D1455C0B-19FB-954B-532A-0A68CAC4E0E4}"/>
              </a:ext>
            </a:extLst>
          </p:cNvPr>
          <p:cNvSpPr>
            <a:spLocks noGrp="1"/>
          </p:cNvSpPr>
          <p:nvPr>
            <p:ph idx="1"/>
          </p:nvPr>
        </p:nvSpPr>
        <p:spPr>
          <a:xfrm>
            <a:off x="1162866" y="2025570"/>
            <a:ext cx="9866267" cy="3721389"/>
          </a:xfrm>
        </p:spPr>
        <p:txBody>
          <a:bodyPr>
            <a:normAutofit fontScale="92500" lnSpcReduction="10000"/>
          </a:bodyPr>
          <a:lstStyle/>
          <a:p>
            <a:r>
              <a:rPr lang="en-US" sz="2400" dirty="0"/>
              <a:t>Pancreatic cancer is one of the deadliest cancers, with a </a:t>
            </a:r>
            <a:r>
              <a:rPr lang="en-US" sz="2400" b="1" dirty="0"/>
              <a:t>5-year survival rate </a:t>
            </a:r>
            <a:r>
              <a:rPr lang="en-US" sz="2400" dirty="0"/>
              <a:t>below </a:t>
            </a:r>
            <a:r>
              <a:rPr lang="en-US" sz="2400" b="1" dirty="0"/>
              <a:t>10% </a:t>
            </a:r>
            <a:r>
              <a:rPr lang="en-US" sz="2400" dirty="0"/>
              <a:t>due to late diagnosis and rapid progression.</a:t>
            </a:r>
            <a:br>
              <a:rPr lang="en-US" sz="2400" dirty="0"/>
            </a:br>
            <a:r>
              <a:rPr lang="en-US" sz="2400" dirty="0"/>
              <a:t>Currently, it's difficult for doctors to accurately predict patient survival at diagnosis, which limits treatment planning and resource allocation.</a:t>
            </a:r>
          </a:p>
          <a:p>
            <a:endParaRPr lang="en-US" sz="2400" dirty="0"/>
          </a:p>
          <a:p>
            <a:r>
              <a:rPr lang="en-US" sz="2400" b="1" dirty="0"/>
              <a:t>Problem statement:</a:t>
            </a:r>
          </a:p>
          <a:p>
            <a:r>
              <a:rPr lang="en-US" sz="2400" dirty="0"/>
              <a:t>Our project aims to build a machine learning model to predict survival outcomes in pancreatic cancer patients.</a:t>
            </a:r>
            <a:br>
              <a:rPr lang="en-US" sz="2400" dirty="0"/>
            </a:br>
            <a:r>
              <a:rPr lang="en-US" sz="2400" dirty="0"/>
              <a:t>This tool will help identify high-risk individuals early, support personalized treatment decisions, and guide patient selection for advanced therapies or clinical trials.</a:t>
            </a:r>
          </a:p>
        </p:txBody>
      </p:sp>
    </p:spTree>
    <p:extLst>
      <p:ext uri="{BB962C8B-B14F-4D97-AF65-F5344CB8AC3E}">
        <p14:creationId xmlns:p14="http://schemas.microsoft.com/office/powerpoint/2010/main" val="12659396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EF58C-138C-55F4-DA77-4C3F06C81A1C}"/>
              </a:ext>
            </a:extLst>
          </p:cNvPr>
          <p:cNvSpPr>
            <a:spLocks noGrp="1"/>
          </p:cNvSpPr>
          <p:nvPr>
            <p:ph type="title"/>
          </p:nvPr>
        </p:nvSpPr>
        <p:spPr>
          <a:xfrm>
            <a:off x="1167492" y="457200"/>
            <a:ext cx="10643508" cy="1371600"/>
          </a:xfrm>
        </p:spPr>
        <p:txBody>
          <a:bodyPr/>
          <a:lstStyle/>
          <a:p>
            <a:r>
              <a:rPr lang="en-US" dirty="0"/>
              <a:t>Data Understanding</a:t>
            </a:r>
          </a:p>
        </p:txBody>
      </p:sp>
      <p:sp>
        <p:nvSpPr>
          <p:cNvPr id="3" name="Content Placeholder 2">
            <a:extLst>
              <a:ext uri="{FF2B5EF4-FFF2-40B4-BE49-F238E27FC236}">
                <a16:creationId xmlns:a16="http://schemas.microsoft.com/office/drawing/2014/main" id="{9B5DDE7C-335B-FD23-E1E6-CDCB99B7878C}"/>
              </a:ext>
            </a:extLst>
          </p:cNvPr>
          <p:cNvSpPr>
            <a:spLocks noGrp="1"/>
          </p:cNvSpPr>
          <p:nvPr>
            <p:ph idx="15"/>
          </p:nvPr>
        </p:nvSpPr>
        <p:spPr>
          <a:xfrm>
            <a:off x="1167492" y="2536966"/>
            <a:ext cx="5872037" cy="3979581"/>
          </a:xfrm>
        </p:spPr>
        <p:txBody>
          <a:bodyPr>
            <a:normAutofit/>
          </a:bodyPr>
          <a:lstStyle/>
          <a:p>
            <a:r>
              <a:rPr lang="en-US" dirty="0"/>
              <a:t>The dataset is sourced from the MSK-CHORD 2024 clinical-genomic database, comprising over 25,000 tumors from 24,950 patients sequenced via </a:t>
            </a:r>
            <a:r>
              <a:rPr lang="en-US" b="1" dirty="0"/>
              <a:t>MSK-IMPACT</a:t>
            </a:r>
            <a:r>
              <a:rPr lang="en-US" dirty="0"/>
              <a:t>.</a:t>
            </a:r>
          </a:p>
          <a:p>
            <a:r>
              <a:rPr lang="en-US" dirty="0"/>
              <a:t>The dataset had;</a:t>
            </a:r>
          </a:p>
          <a:p>
            <a:pPr marL="342900" indent="-342900">
              <a:buFont typeface="Arial" panose="020B0604020202020204" pitchFamily="34" charset="0"/>
              <a:buChar char="•"/>
            </a:pPr>
            <a:r>
              <a:rPr lang="en-US" dirty="0"/>
              <a:t>A total of 25040 rows and 53 columns</a:t>
            </a:r>
          </a:p>
          <a:p>
            <a:pPr marL="342900" indent="-342900">
              <a:buFont typeface="Arial" panose="020B0604020202020204" pitchFamily="34" charset="0"/>
              <a:buChar char="•"/>
            </a:pPr>
            <a:r>
              <a:rPr lang="en-US" dirty="0"/>
              <a:t>Columns include Current Age, Fraction Genome Altered, Gleason Score, MSI Score, Mutation Count, Number of Tumor Registry Entries, Overall Survival, Number of Samples per Patient, Sample Coverage, Tumor Mutational Burden (TMB), Tumor Purity etc.</a:t>
            </a:r>
          </a:p>
          <a:p>
            <a:pPr marL="342900" indent="-342900">
              <a:buFont typeface="Arial" panose="020B0604020202020204" pitchFamily="34" charset="0"/>
              <a:buChar char="•"/>
            </a:pPr>
            <a:endParaRPr lang="en-US" dirty="0"/>
          </a:p>
        </p:txBody>
      </p:sp>
      <p:pic>
        <p:nvPicPr>
          <p:cNvPr id="25" name="Picture Placeholder 24">
            <a:extLst>
              <a:ext uri="{FF2B5EF4-FFF2-40B4-BE49-F238E27FC236}">
                <a16:creationId xmlns:a16="http://schemas.microsoft.com/office/drawing/2014/main" id="{E57751D1-D655-B1C0-2407-A8826F551024}"/>
              </a:ext>
            </a:extLst>
          </p:cNvPr>
          <p:cNvPicPr>
            <a:picLocks noGrp="1" noChangeAspect="1"/>
          </p:cNvPicPr>
          <p:nvPr>
            <p:ph type="pic" sz="quarter" idx="14"/>
          </p:nvPr>
        </p:nvPicPr>
        <p:blipFill>
          <a:blip r:embed="rId3">
            <a:extLst>
              <a:ext uri="{837473B0-CC2E-450A-ABE3-18F120FF3D39}">
                <a1611:picAttrSrcUrl xmlns:a1611="http://schemas.microsoft.com/office/drawing/2016/11/main" r:id="rId4"/>
              </a:ext>
            </a:extLst>
          </a:blip>
          <a:srcRect l="27800" t="1750" r="28315" b="16984"/>
          <a:stretch>
            <a:fillRect/>
          </a:stretch>
        </p:blipFill>
        <p:spPr>
          <a:xfrm>
            <a:off x="7317920" y="1447800"/>
            <a:ext cx="4214010" cy="4214010"/>
          </a:xfrm>
        </p:spPr>
      </p:pic>
    </p:spTree>
    <p:extLst>
      <p:ext uri="{BB962C8B-B14F-4D97-AF65-F5344CB8AC3E}">
        <p14:creationId xmlns:p14="http://schemas.microsoft.com/office/powerpoint/2010/main" val="3626495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DD8D1-44C5-7E34-700C-4245BCB998E6}"/>
              </a:ext>
            </a:extLst>
          </p:cNvPr>
          <p:cNvSpPr>
            <a:spLocks noGrp="1"/>
          </p:cNvSpPr>
          <p:nvPr>
            <p:ph type="title"/>
          </p:nvPr>
        </p:nvSpPr>
        <p:spPr>
          <a:xfrm>
            <a:off x="1167492" y="136527"/>
            <a:ext cx="9601200" cy="1275714"/>
          </a:xfrm>
        </p:spPr>
        <p:txBody>
          <a:bodyPr/>
          <a:lstStyle/>
          <a:p>
            <a:r>
              <a:rPr lang="en-US" dirty="0"/>
              <a:t>Cleaning and Preprocessing</a:t>
            </a:r>
          </a:p>
        </p:txBody>
      </p:sp>
      <p:sp>
        <p:nvSpPr>
          <p:cNvPr id="3" name="Content Placeholder 2">
            <a:extLst>
              <a:ext uri="{FF2B5EF4-FFF2-40B4-BE49-F238E27FC236}">
                <a16:creationId xmlns:a16="http://schemas.microsoft.com/office/drawing/2014/main" id="{48C51CE3-4476-77BC-489B-AE9FA8136B47}"/>
              </a:ext>
            </a:extLst>
          </p:cNvPr>
          <p:cNvSpPr>
            <a:spLocks noGrp="1"/>
          </p:cNvSpPr>
          <p:nvPr>
            <p:ph idx="1"/>
          </p:nvPr>
        </p:nvSpPr>
        <p:spPr>
          <a:xfrm>
            <a:off x="1167492" y="1727200"/>
            <a:ext cx="4928507" cy="4395807"/>
          </a:xfrm>
        </p:spPr>
        <p:txBody>
          <a:bodyPr>
            <a:normAutofit fontScale="92500" lnSpcReduction="20000"/>
          </a:bodyPr>
          <a:lstStyle/>
          <a:p>
            <a:r>
              <a:rPr lang="en-US" sz="2200" dirty="0"/>
              <a:t>We filtered dataset to include only pancreatic cancer patients with 3,109 records left.</a:t>
            </a:r>
          </a:p>
          <a:p>
            <a:r>
              <a:rPr lang="en-US" sz="2200" dirty="0"/>
              <a:t>Dropped irrelevant columns and retained 19 features focused on survival analysis.</a:t>
            </a:r>
          </a:p>
          <a:p>
            <a:endParaRPr lang="en-US" dirty="0"/>
          </a:p>
          <a:p>
            <a:r>
              <a:rPr lang="en-US" sz="2400" b="1" dirty="0"/>
              <a:t>Selected Features:</a:t>
            </a:r>
            <a:br>
              <a:rPr lang="en-US" sz="2400" dirty="0"/>
            </a:br>
            <a:r>
              <a:rPr lang="en-US" sz="2400" dirty="0"/>
              <a:t>Patient ID, Sample ID, Cancer Type, Cancer Type Detailed, Overall Survival (Months), Overall Survival Status, Clinical Summary, Primary Tumor Site</a:t>
            </a:r>
            <a:br>
              <a:rPr lang="en-US" sz="2400" dirty="0"/>
            </a:br>
            <a:r>
              <a:rPr lang="en-US" sz="2400" dirty="0"/>
              <a:t>Current Age, Sex, Race, Ethnicity, Smoking History, Stage (Highest Recorded), Metastatic Site</a:t>
            </a:r>
            <a:br>
              <a:rPr lang="en-US" sz="2400" dirty="0"/>
            </a:br>
            <a:r>
              <a:rPr lang="en-US" sz="2400" dirty="0"/>
              <a:t>Tumor Purity, TMB, Mutation Count, Fraction Genome Altered</a:t>
            </a:r>
          </a:p>
        </p:txBody>
      </p:sp>
      <p:sp>
        <p:nvSpPr>
          <p:cNvPr id="4" name="Content Placeholder 3">
            <a:extLst>
              <a:ext uri="{FF2B5EF4-FFF2-40B4-BE49-F238E27FC236}">
                <a16:creationId xmlns:a16="http://schemas.microsoft.com/office/drawing/2014/main" id="{EC8CCE9D-BE62-3E62-683F-97BD20547410}"/>
              </a:ext>
            </a:extLst>
          </p:cNvPr>
          <p:cNvSpPr>
            <a:spLocks noGrp="1"/>
          </p:cNvSpPr>
          <p:nvPr>
            <p:ph idx="10"/>
          </p:nvPr>
        </p:nvSpPr>
        <p:spPr>
          <a:xfrm>
            <a:off x="6096000" y="1727201"/>
            <a:ext cx="5050420" cy="4395806"/>
          </a:xfrm>
        </p:spPr>
        <p:txBody>
          <a:bodyPr/>
          <a:lstStyle/>
          <a:p>
            <a:r>
              <a:rPr lang="en-US" dirty="0"/>
              <a:t>Identified missing values in 5 key columns:</a:t>
            </a:r>
          </a:p>
          <a:p>
            <a:pPr marL="342900" indent="-342900">
              <a:buFont typeface="Arial" panose="020B0604020202020204" pitchFamily="34" charset="0"/>
              <a:buChar char="•"/>
            </a:pPr>
            <a:r>
              <a:rPr lang="en-US" dirty="0"/>
              <a:t>Clinical Summary, Metastatic Site was filled with "N/A" </a:t>
            </a:r>
          </a:p>
          <a:p>
            <a:pPr marL="342900" indent="-342900">
              <a:buFont typeface="Arial" panose="020B0604020202020204" pitchFamily="34" charset="0"/>
              <a:buChar char="•"/>
            </a:pPr>
            <a:r>
              <a:rPr lang="en-US" dirty="0"/>
              <a:t>Tumor Purity, Mutation Count, Fraction Genome Altered filled with column mean.</a:t>
            </a:r>
          </a:p>
          <a:p>
            <a:endParaRPr lang="en-US" dirty="0"/>
          </a:p>
        </p:txBody>
      </p:sp>
    </p:spTree>
    <p:extLst>
      <p:ext uri="{BB962C8B-B14F-4D97-AF65-F5344CB8AC3E}">
        <p14:creationId xmlns:p14="http://schemas.microsoft.com/office/powerpoint/2010/main" val="22377546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46F4E-7E80-96DD-5EB2-A97CF6AA7938}"/>
              </a:ext>
            </a:extLst>
          </p:cNvPr>
          <p:cNvSpPr>
            <a:spLocks noGrp="1"/>
          </p:cNvSpPr>
          <p:nvPr>
            <p:ph type="title"/>
          </p:nvPr>
        </p:nvSpPr>
        <p:spPr>
          <a:xfrm>
            <a:off x="1086212" y="-645794"/>
            <a:ext cx="9601200" cy="1997074"/>
          </a:xfrm>
        </p:spPr>
        <p:txBody>
          <a:bodyPr anchor="b">
            <a:normAutofit/>
          </a:bodyPr>
          <a:lstStyle/>
          <a:p>
            <a:r>
              <a:rPr lang="en-US" dirty="0"/>
              <a:t>Exploratory Data Analysis (EDA)</a:t>
            </a:r>
          </a:p>
        </p:txBody>
      </p:sp>
      <p:pic>
        <p:nvPicPr>
          <p:cNvPr id="5" name="Content Placeholder 4">
            <a:extLst>
              <a:ext uri="{FF2B5EF4-FFF2-40B4-BE49-F238E27FC236}">
                <a16:creationId xmlns:a16="http://schemas.microsoft.com/office/drawing/2014/main" id="{D10533B4-2198-87BF-7FDB-E45F6E7D0190}"/>
              </a:ext>
            </a:extLst>
          </p:cNvPr>
          <p:cNvPicPr>
            <a:picLocks noGrp="1" noChangeAspect="1"/>
          </p:cNvPicPr>
          <p:nvPr>
            <p:ph idx="1"/>
          </p:nvPr>
        </p:nvPicPr>
        <p:blipFill>
          <a:blip r:embed="rId2"/>
          <a:stretch>
            <a:fillRect/>
          </a:stretch>
        </p:blipFill>
        <p:spPr>
          <a:xfrm>
            <a:off x="1342040" y="2023984"/>
            <a:ext cx="4314345" cy="3332832"/>
          </a:xfrm>
          <a:noFill/>
        </p:spPr>
      </p:pic>
      <p:sp>
        <p:nvSpPr>
          <p:cNvPr id="8" name="Content Placeholder 7">
            <a:extLst>
              <a:ext uri="{FF2B5EF4-FFF2-40B4-BE49-F238E27FC236}">
                <a16:creationId xmlns:a16="http://schemas.microsoft.com/office/drawing/2014/main" id="{0B10BD09-E0F6-BD69-2A84-A50818870328}"/>
              </a:ext>
            </a:extLst>
          </p:cNvPr>
          <p:cNvSpPr>
            <a:spLocks noGrp="1"/>
          </p:cNvSpPr>
          <p:nvPr>
            <p:ph idx="10"/>
          </p:nvPr>
        </p:nvSpPr>
        <p:spPr/>
        <p:txBody>
          <a:bodyPr/>
          <a:lstStyle/>
          <a:p>
            <a:endParaRPr lang="en-US"/>
          </a:p>
        </p:txBody>
      </p:sp>
    </p:spTree>
    <p:extLst>
      <p:ext uri="{BB962C8B-B14F-4D97-AF65-F5344CB8AC3E}">
        <p14:creationId xmlns:p14="http://schemas.microsoft.com/office/powerpoint/2010/main" val="21971661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8929100C-58B0-B029-666D-7408F4C9F464}"/>
              </a:ext>
            </a:extLst>
          </p:cNvPr>
          <p:cNvSpPr>
            <a:spLocks noGrp="1"/>
          </p:cNvSpPr>
          <p:nvPr>
            <p:ph type="title"/>
          </p:nvPr>
        </p:nvSpPr>
        <p:spPr>
          <a:xfrm>
            <a:off x="1167492" y="136526"/>
            <a:ext cx="9601200" cy="1653371"/>
          </a:xfrm>
        </p:spPr>
        <p:txBody>
          <a:bodyPr/>
          <a:lstStyle/>
          <a:p>
            <a:endParaRPr lang="en-US" dirty="0"/>
          </a:p>
        </p:txBody>
      </p:sp>
      <p:sp>
        <p:nvSpPr>
          <p:cNvPr id="12" name="Content Placeholder 3">
            <a:extLst>
              <a:ext uri="{FF2B5EF4-FFF2-40B4-BE49-F238E27FC236}">
                <a16:creationId xmlns:a16="http://schemas.microsoft.com/office/drawing/2014/main" id="{332565DB-6349-1C83-2D8D-6004F3B43FAA}"/>
              </a:ext>
            </a:extLst>
          </p:cNvPr>
          <p:cNvSpPr>
            <a:spLocks noGrp="1"/>
          </p:cNvSpPr>
          <p:nvPr>
            <p:ph idx="10"/>
          </p:nvPr>
        </p:nvSpPr>
        <p:spPr>
          <a:xfrm>
            <a:off x="6283235" y="2023984"/>
            <a:ext cx="4663440" cy="3332832"/>
          </a:xfrm>
        </p:spPr>
        <p:txBody>
          <a:bodyPr/>
          <a:lstStyle/>
          <a:p>
            <a:endParaRPr lang="en-US"/>
          </a:p>
        </p:txBody>
      </p:sp>
      <p:pic>
        <p:nvPicPr>
          <p:cNvPr id="8" name="Content Placeholder 4">
            <a:extLst>
              <a:ext uri="{FF2B5EF4-FFF2-40B4-BE49-F238E27FC236}">
                <a16:creationId xmlns:a16="http://schemas.microsoft.com/office/drawing/2014/main" id="{F2961B94-ECBC-C9B1-8F34-7F33FD41EE0D}"/>
              </a:ext>
            </a:extLst>
          </p:cNvPr>
          <p:cNvPicPr>
            <a:picLocks noGrp="1" noChangeAspect="1"/>
          </p:cNvPicPr>
          <p:nvPr>
            <p:ph idx="1"/>
          </p:nvPr>
        </p:nvPicPr>
        <p:blipFill>
          <a:blip r:embed="rId2"/>
          <a:stretch>
            <a:fillRect/>
          </a:stretch>
        </p:blipFill>
        <p:spPr>
          <a:xfrm>
            <a:off x="1308648" y="2024063"/>
            <a:ext cx="4380404" cy="3332162"/>
          </a:xfrm>
          <a:noFill/>
        </p:spPr>
      </p:pic>
    </p:spTree>
    <p:extLst>
      <p:ext uri="{BB962C8B-B14F-4D97-AF65-F5344CB8AC3E}">
        <p14:creationId xmlns:p14="http://schemas.microsoft.com/office/powerpoint/2010/main" val="9210201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screenshot of a graph&#10;&#10;AI-generated content may be incorrect.">
            <a:extLst>
              <a:ext uri="{FF2B5EF4-FFF2-40B4-BE49-F238E27FC236}">
                <a16:creationId xmlns:a16="http://schemas.microsoft.com/office/drawing/2014/main" id="{135F343E-3609-6666-4B33-9DF5FAF209BF}"/>
              </a:ext>
            </a:extLst>
          </p:cNvPr>
          <p:cNvPicPr>
            <a:picLocks noGrp="1" noChangeAspect="1"/>
          </p:cNvPicPr>
          <p:nvPr>
            <p:ph idx="1"/>
          </p:nvPr>
        </p:nvPicPr>
        <p:blipFill>
          <a:blip r:embed="rId2"/>
          <a:stretch>
            <a:fillRect/>
          </a:stretch>
        </p:blipFill>
        <p:spPr>
          <a:xfrm>
            <a:off x="272372" y="1752160"/>
            <a:ext cx="7319099" cy="3604656"/>
          </a:xfrm>
          <a:noFill/>
        </p:spPr>
      </p:pic>
      <p:sp>
        <p:nvSpPr>
          <p:cNvPr id="12" name="Content Placeholder 3">
            <a:extLst>
              <a:ext uri="{FF2B5EF4-FFF2-40B4-BE49-F238E27FC236}">
                <a16:creationId xmlns:a16="http://schemas.microsoft.com/office/drawing/2014/main" id="{589B5F23-E9B1-FA5B-5F5B-FE896E178C3A}"/>
              </a:ext>
            </a:extLst>
          </p:cNvPr>
          <p:cNvSpPr>
            <a:spLocks noGrp="1"/>
          </p:cNvSpPr>
          <p:nvPr>
            <p:ph idx="10"/>
          </p:nvPr>
        </p:nvSpPr>
        <p:spPr>
          <a:xfrm>
            <a:off x="8239759" y="1888072"/>
            <a:ext cx="2686595" cy="3332832"/>
          </a:xfrm>
        </p:spPr>
        <p:txBody>
          <a:bodyPr/>
          <a:lstStyle/>
          <a:p>
            <a:endParaRPr lang="en-US" dirty="0"/>
          </a:p>
        </p:txBody>
      </p:sp>
    </p:spTree>
    <p:extLst>
      <p:ext uri="{BB962C8B-B14F-4D97-AF65-F5344CB8AC3E}">
        <p14:creationId xmlns:p14="http://schemas.microsoft.com/office/powerpoint/2010/main" val="3652330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02FA0-5805-E9D5-E5A1-5B4B485CB096}"/>
              </a:ext>
            </a:extLst>
          </p:cNvPr>
          <p:cNvSpPr>
            <a:spLocks noGrp="1"/>
          </p:cNvSpPr>
          <p:nvPr>
            <p:ph type="title"/>
          </p:nvPr>
        </p:nvSpPr>
        <p:spPr>
          <a:xfrm>
            <a:off x="1167492" y="457200"/>
            <a:ext cx="9692640" cy="1371600"/>
          </a:xfrm>
        </p:spPr>
        <p:txBody>
          <a:bodyPr/>
          <a:lstStyle/>
          <a:p>
            <a:r>
              <a:rPr lang="en-US" dirty="0"/>
              <a:t>Model Development</a:t>
            </a:r>
          </a:p>
        </p:txBody>
      </p:sp>
      <p:sp>
        <p:nvSpPr>
          <p:cNvPr id="4" name="Content Placeholder 3">
            <a:extLst>
              <a:ext uri="{FF2B5EF4-FFF2-40B4-BE49-F238E27FC236}">
                <a16:creationId xmlns:a16="http://schemas.microsoft.com/office/drawing/2014/main" id="{EAE9A705-E123-1C6C-EC93-CEE377B741CC}"/>
              </a:ext>
            </a:extLst>
          </p:cNvPr>
          <p:cNvSpPr>
            <a:spLocks noGrp="1"/>
          </p:cNvSpPr>
          <p:nvPr>
            <p:ph idx="10"/>
          </p:nvPr>
        </p:nvSpPr>
        <p:spPr>
          <a:xfrm>
            <a:off x="1167493" y="2087561"/>
            <a:ext cx="2693306" cy="3890543"/>
          </a:xfrm>
        </p:spPr>
        <p:txBody>
          <a:bodyPr/>
          <a:lstStyle/>
          <a:p>
            <a:r>
              <a:rPr lang="en-US" dirty="0"/>
              <a:t>Learn to infuse energy into your delivery to leave a lasting impression</a:t>
            </a:r>
          </a:p>
          <a:p>
            <a:r>
              <a:rPr lang="en-US" dirty="0"/>
              <a:t>One of the goals of effective communication is to motivate your audience</a:t>
            </a:r>
          </a:p>
          <a:p>
            <a:endParaRPr lang="en-US" dirty="0"/>
          </a:p>
        </p:txBody>
      </p:sp>
      <p:graphicFrame>
        <p:nvGraphicFramePr>
          <p:cNvPr id="5" name="Table Placeholder 2">
            <a:extLst>
              <a:ext uri="{FF2B5EF4-FFF2-40B4-BE49-F238E27FC236}">
                <a16:creationId xmlns:a16="http://schemas.microsoft.com/office/drawing/2014/main" id="{FD8D3D14-313E-8ED7-7BE9-2E3D506F17E6}"/>
              </a:ext>
            </a:extLst>
          </p:cNvPr>
          <p:cNvGraphicFramePr>
            <a:graphicFrameLocks noGrp="1"/>
          </p:cNvGraphicFramePr>
          <p:nvPr>
            <p:ph idx="1"/>
            <p:extLst>
              <p:ext uri="{D42A27DB-BD31-4B8C-83A1-F6EECF244321}">
                <p14:modId xmlns:p14="http://schemas.microsoft.com/office/powerpoint/2010/main" val="2435810308"/>
              </p:ext>
            </p:extLst>
          </p:nvPr>
        </p:nvGraphicFramePr>
        <p:xfrm>
          <a:off x="4561840" y="2072002"/>
          <a:ext cx="6771640" cy="4527472"/>
        </p:xfrm>
        <a:graphic>
          <a:graphicData uri="http://schemas.openxmlformats.org/drawingml/2006/table">
            <a:tbl>
              <a:tblPr firstRow="1" bandRow="1">
                <a:tableStyleId>{69012ECD-51FC-41F1-AA8D-1B2483CD663E}</a:tableStyleId>
              </a:tblPr>
              <a:tblGrid>
                <a:gridCol w="1692910">
                  <a:extLst>
                    <a:ext uri="{9D8B030D-6E8A-4147-A177-3AD203B41FA5}">
                      <a16:colId xmlns:a16="http://schemas.microsoft.com/office/drawing/2014/main" val="127040821"/>
                    </a:ext>
                  </a:extLst>
                </a:gridCol>
                <a:gridCol w="1692910">
                  <a:extLst>
                    <a:ext uri="{9D8B030D-6E8A-4147-A177-3AD203B41FA5}">
                      <a16:colId xmlns:a16="http://schemas.microsoft.com/office/drawing/2014/main" val="149845700"/>
                    </a:ext>
                  </a:extLst>
                </a:gridCol>
                <a:gridCol w="1692910">
                  <a:extLst>
                    <a:ext uri="{9D8B030D-6E8A-4147-A177-3AD203B41FA5}">
                      <a16:colId xmlns:a16="http://schemas.microsoft.com/office/drawing/2014/main" val="3119692462"/>
                    </a:ext>
                  </a:extLst>
                </a:gridCol>
                <a:gridCol w="1692910">
                  <a:extLst>
                    <a:ext uri="{9D8B030D-6E8A-4147-A177-3AD203B41FA5}">
                      <a16:colId xmlns:a16="http://schemas.microsoft.com/office/drawing/2014/main" val="3472639139"/>
                    </a:ext>
                  </a:extLst>
                </a:gridCol>
              </a:tblGrid>
              <a:tr h="535122">
                <a:tc>
                  <a:txBody>
                    <a:bodyPr/>
                    <a:lstStyle/>
                    <a:p>
                      <a:r>
                        <a:rPr lang="en-US" b="1" dirty="0"/>
                        <a:t>Model</a:t>
                      </a:r>
                      <a:endParaRPr lang="en-US" dirty="0"/>
                    </a:p>
                  </a:txBody>
                  <a:tcPr anchor="ctr"/>
                </a:tc>
                <a:tc>
                  <a:txBody>
                    <a:bodyPr/>
                    <a:lstStyle/>
                    <a:p>
                      <a:r>
                        <a:rPr lang="en-US" b="1"/>
                        <a:t>Precision</a:t>
                      </a:r>
                      <a:endParaRPr lang="en-US"/>
                    </a:p>
                  </a:txBody>
                  <a:tcPr anchor="ctr"/>
                </a:tc>
                <a:tc>
                  <a:txBody>
                    <a:bodyPr/>
                    <a:lstStyle/>
                    <a:p>
                      <a:r>
                        <a:rPr lang="en-US" b="1" dirty="0"/>
                        <a:t>Recall</a:t>
                      </a:r>
                      <a:endParaRPr lang="en-US" dirty="0"/>
                    </a:p>
                  </a:txBody>
                  <a:tcPr anchor="ctr"/>
                </a:tc>
                <a:tc>
                  <a:txBody>
                    <a:bodyPr/>
                    <a:lstStyle/>
                    <a:p>
                      <a:r>
                        <a:rPr lang="en-US" b="1" dirty="0"/>
                        <a:t>F1-Score</a:t>
                      </a:r>
                      <a:endParaRPr lang="en-US" dirty="0"/>
                    </a:p>
                  </a:txBody>
                  <a:tcPr anchor="ctr"/>
                </a:tc>
                <a:extLst>
                  <a:ext uri="{0D108BD9-81ED-4DB2-BD59-A6C34878D82A}">
                    <a16:rowId xmlns:a16="http://schemas.microsoft.com/office/drawing/2014/main" val="3298013591"/>
                  </a:ext>
                </a:extLst>
              </a:tr>
              <a:tr h="611863">
                <a:tc>
                  <a:txBody>
                    <a:bodyPr/>
                    <a:lstStyle/>
                    <a:p>
                      <a:r>
                        <a:rPr lang="en-US"/>
                        <a:t>Logistic Regression</a:t>
                      </a:r>
                    </a:p>
                  </a:txBody>
                  <a:tcPr anchor="ctr"/>
                </a:tc>
                <a:tc>
                  <a:txBody>
                    <a:bodyPr/>
                    <a:lstStyle/>
                    <a:p>
                      <a:r>
                        <a:rPr lang="en-US"/>
                        <a:t>0.67</a:t>
                      </a:r>
                    </a:p>
                  </a:txBody>
                  <a:tcPr anchor="ctr"/>
                </a:tc>
                <a:tc>
                  <a:txBody>
                    <a:bodyPr/>
                    <a:lstStyle/>
                    <a:p>
                      <a:r>
                        <a:rPr lang="en-US"/>
                        <a:t>0.43</a:t>
                      </a:r>
                    </a:p>
                  </a:txBody>
                  <a:tcPr anchor="ctr"/>
                </a:tc>
                <a:tc>
                  <a:txBody>
                    <a:bodyPr/>
                    <a:lstStyle/>
                    <a:p>
                      <a:r>
                        <a:rPr lang="en-US" dirty="0"/>
                        <a:t>0.52</a:t>
                      </a:r>
                    </a:p>
                  </a:txBody>
                  <a:tcPr anchor="ctr"/>
                </a:tc>
                <a:extLst>
                  <a:ext uri="{0D108BD9-81ED-4DB2-BD59-A6C34878D82A}">
                    <a16:rowId xmlns:a16="http://schemas.microsoft.com/office/drawing/2014/main" val="3873867931"/>
                  </a:ext>
                </a:extLst>
              </a:tr>
              <a:tr h="558392">
                <a:tc>
                  <a:txBody>
                    <a:bodyPr/>
                    <a:lstStyle/>
                    <a:p>
                      <a:r>
                        <a:rPr lang="en-US"/>
                        <a:t>Random Forest</a:t>
                      </a:r>
                    </a:p>
                  </a:txBody>
                  <a:tcPr anchor="ctr"/>
                </a:tc>
                <a:tc>
                  <a:txBody>
                    <a:bodyPr/>
                    <a:lstStyle/>
                    <a:p>
                      <a:r>
                        <a:rPr lang="en-US" dirty="0"/>
                        <a:t>0.65</a:t>
                      </a:r>
                    </a:p>
                  </a:txBody>
                  <a:tcPr anchor="ctr"/>
                </a:tc>
                <a:tc>
                  <a:txBody>
                    <a:bodyPr/>
                    <a:lstStyle/>
                    <a:p>
                      <a:r>
                        <a:rPr lang="en-US"/>
                        <a:t>0.52</a:t>
                      </a:r>
                    </a:p>
                  </a:txBody>
                  <a:tcPr anchor="ctr"/>
                </a:tc>
                <a:tc>
                  <a:txBody>
                    <a:bodyPr/>
                    <a:lstStyle/>
                    <a:p>
                      <a:r>
                        <a:rPr lang="en-US"/>
                        <a:t>0.58</a:t>
                      </a:r>
                    </a:p>
                  </a:txBody>
                  <a:tcPr anchor="ctr"/>
                </a:tc>
                <a:extLst>
                  <a:ext uri="{0D108BD9-81ED-4DB2-BD59-A6C34878D82A}">
                    <a16:rowId xmlns:a16="http://schemas.microsoft.com/office/drawing/2014/main" val="85209771"/>
                  </a:ext>
                </a:extLst>
              </a:tr>
              <a:tr h="611863">
                <a:tc>
                  <a:txBody>
                    <a:bodyPr/>
                    <a:lstStyle/>
                    <a:p>
                      <a:r>
                        <a:rPr lang="en-US"/>
                        <a:t>Tuned Random Forest</a:t>
                      </a:r>
                    </a:p>
                  </a:txBody>
                  <a:tcPr anchor="ctr"/>
                </a:tc>
                <a:tc>
                  <a:txBody>
                    <a:bodyPr/>
                    <a:lstStyle/>
                    <a:p>
                      <a:r>
                        <a:rPr lang="en-US"/>
                        <a:t>0.54</a:t>
                      </a:r>
                    </a:p>
                  </a:txBody>
                  <a:tcPr anchor="ctr"/>
                </a:tc>
                <a:tc>
                  <a:txBody>
                    <a:bodyPr/>
                    <a:lstStyle/>
                    <a:p>
                      <a:r>
                        <a:rPr lang="en-US"/>
                        <a:t>0.18</a:t>
                      </a:r>
                    </a:p>
                  </a:txBody>
                  <a:tcPr anchor="ctr"/>
                </a:tc>
                <a:tc>
                  <a:txBody>
                    <a:bodyPr/>
                    <a:lstStyle/>
                    <a:p>
                      <a:r>
                        <a:rPr lang="en-US"/>
                        <a:t>0.27</a:t>
                      </a:r>
                    </a:p>
                  </a:txBody>
                  <a:tcPr anchor="ctr"/>
                </a:tc>
                <a:extLst>
                  <a:ext uri="{0D108BD9-81ED-4DB2-BD59-A6C34878D82A}">
                    <a16:rowId xmlns:a16="http://schemas.microsoft.com/office/drawing/2014/main" val="4061031278"/>
                  </a:ext>
                </a:extLst>
              </a:tr>
              <a:tr h="558392">
                <a:tc>
                  <a:txBody>
                    <a:bodyPr/>
                    <a:lstStyle/>
                    <a:p>
                      <a:r>
                        <a:rPr lang="en-US" dirty="0" err="1"/>
                        <a:t>XGBoost</a:t>
                      </a:r>
                      <a:endParaRPr lang="en-US" dirty="0"/>
                    </a:p>
                  </a:txBody>
                  <a:tcPr anchor="ctr"/>
                </a:tc>
                <a:tc>
                  <a:txBody>
                    <a:bodyPr/>
                    <a:lstStyle/>
                    <a:p>
                      <a:r>
                        <a:rPr lang="en-US" dirty="0"/>
                        <a:t>0.62</a:t>
                      </a:r>
                    </a:p>
                  </a:txBody>
                  <a:tcPr anchor="ctr"/>
                </a:tc>
                <a:tc>
                  <a:txBody>
                    <a:bodyPr/>
                    <a:lstStyle/>
                    <a:p>
                      <a:r>
                        <a:rPr lang="en-US"/>
                        <a:t>0.54</a:t>
                      </a:r>
                    </a:p>
                  </a:txBody>
                  <a:tcPr anchor="ctr"/>
                </a:tc>
                <a:tc>
                  <a:txBody>
                    <a:bodyPr/>
                    <a:lstStyle/>
                    <a:p>
                      <a:r>
                        <a:rPr lang="en-US" dirty="0"/>
                        <a:t>0.57</a:t>
                      </a:r>
                    </a:p>
                  </a:txBody>
                  <a:tcPr anchor="ctr"/>
                </a:tc>
                <a:extLst>
                  <a:ext uri="{0D108BD9-81ED-4DB2-BD59-A6C34878D82A}">
                    <a16:rowId xmlns:a16="http://schemas.microsoft.com/office/drawing/2014/main" val="3591840781"/>
                  </a:ext>
                </a:extLst>
              </a:tr>
              <a:tr h="797703">
                <a:tc>
                  <a:txBody>
                    <a:bodyPr/>
                    <a:lstStyle/>
                    <a:p>
                      <a:r>
                        <a:rPr lang="en-US" dirty="0"/>
                        <a:t>Tuned </a:t>
                      </a:r>
                      <a:r>
                        <a:rPr lang="en-US" dirty="0" err="1"/>
                        <a:t>XGBoost</a:t>
                      </a:r>
                      <a:endParaRPr lang="en-US" dirty="0"/>
                    </a:p>
                  </a:txBody>
                  <a:tcPr anchor="ctr"/>
                </a:tc>
                <a:tc>
                  <a:txBody>
                    <a:bodyPr/>
                    <a:lstStyle/>
                    <a:p>
                      <a:r>
                        <a:rPr lang="en-US" dirty="0"/>
                        <a:t>0.48</a:t>
                      </a:r>
                    </a:p>
                  </a:txBody>
                  <a:tcPr anchor="ctr"/>
                </a:tc>
                <a:tc>
                  <a:txBody>
                    <a:bodyPr/>
                    <a:lstStyle/>
                    <a:p>
                      <a:r>
                        <a:rPr lang="en-US" dirty="0"/>
                        <a:t>0.54</a:t>
                      </a:r>
                    </a:p>
                  </a:txBody>
                  <a:tcPr anchor="ctr"/>
                </a:tc>
                <a:tc>
                  <a:txBody>
                    <a:bodyPr/>
                    <a:lstStyle/>
                    <a:p>
                      <a:r>
                        <a:rPr lang="en-US" dirty="0"/>
                        <a:t>0.51</a:t>
                      </a:r>
                    </a:p>
                  </a:txBody>
                  <a:tcPr anchor="ctr"/>
                </a:tc>
                <a:extLst>
                  <a:ext uri="{0D108BD9-81ED-4DB2-BD59-A6C34878D82A}">
                    <a16:rowId xmlns:a16="http://schemas.microsoft.com/office/drawing/2014/main" val="335389741"/>
                  </a:ext>
                </a:extLst>
              </a:tr>
              <a:tr h="797703">
                <a:tc>
                  <a:txBody>
                    <a:bodyPr/>
                    <a:lstStyle/>
                    <a:p>
                      <a:r>
                        <a:rPr lang="en-US" dirty="0"/>
                        <a:t>Optimal Threshold</a:t>
                      </a:r>
                    </a:p>
                  </a:txBody>
                  <a:tcPr anchor="ctr"/>
                </a:tc>
                <a:tc>
                  <a:txBody>
                    <a:bodyPr/>
                    <a:lstStyle/>
                    <a:p>
                      <a:r>
                        <a:rPr lang="en-US" dirty="0"/>
                        <a:t>0.77</a:t>
                      </a:r>
                    </a:p>
                  </a:txBody>
                  <a:tcPr anchor="ctr"/>
                </a:tc>
                <a:tc>
                  <a:txBody>
                    <a:bodyPr/>
                    <a:lstStyle/>
                    <a:p>
                      <a:r>
                        <a:rPr lang="en-US" dirty="0"/>
                        <a:t>0.49</a:t>
                      </a:r>
                    </a:p>
                  </a:txBody>
                  <a:tcPr anchor="ctr"/>
                </a:tc>
                <a:tc>
                  <a:txBody>
                    <a:bodyPr/>
                    <a:lstStyle/>
                    <a:p>
                      <a:r>
                        <a:rPr lang="en-US" dirty="0"/>
                        <a:t>0.60</a:t>
                      </a:r>
                    </a:p>
                  </a:txBody>
                  <a:tcPr anchor="ctr"/>
                </a:tc>
                <a:extLst>
                  <a:ext uri="{0D108BD9-81ED-4DB2-BD59-A6C34878D82A}">
                    <a16:rowId xmlns:a16="http://schemas.microsoft.com/office/drawing/2014/main" val="575223506"/>
                  </a:ext>
                </a:extLst>
              </a:tr>
            </a:tbl>
          </a:graphicData>
        </a:graphic>
      </p:graphicFrame>
    </p:spTree>
    <p:extLst>
      <p:ext uri="{BB962C8B-B14F-4D97-AF65-F5344CB8AC3E}">
        <p14:creationId xmlns:p14="http://schemas.microsoft.com/office/powerpoint/2010/main" val="9079155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FF5EE67-DE83-C00F-F31C-58A2B46234DB}"/>
              </a:ext>
            </a:extLst>
          </p:cNvPr>
          <p:cNvSpPr>
            <a:spLocks noGrp="1"/>
          </p:cNvSpPr>
          <p:nvPr>
            <p:ph type="title"/>
          </p:nvPr>
        </p:nvSpPr>
        <p:spPr>
          <a:xfrm>
            <a:off x="1167492" y="45085"/>
            <a:ext cx="9779183" cy="1600835"/>
          </a:xfrm>
        </p:spPr>
        <p:txBody>
          <a:bodyPr/>
          <a:lstStyle/>
          <a:p>
            <a:r>
              <a:rPr lang="en-US" dirty="0"/>
              <a:t>Clinical Utility Summary and Deployment</a:t>
            </a:r>
          </a:p>
        </p:txBody>
      </p:sp>
      <p:sp>
        <p:nvSpPr>
          <p:cNvPr id="3" name="Content Placeholder 2">
            <a:extLst>
              <a:ext uri="{FF2B5EF4-FFF2-40B4-BE49-F238E27FC236}">
                <a16:creationId xmlns:a16="http://schemas.microsoft.com/office/drawing/2014/main" id="{DAF7743C-9A64-6DD7-26EC-7870E2484D2F}"/>
              </a:ext>
            </a:extLst>
          </p:cNvPr>
          <p:cNvSpPr>
            <a:spLocks noGrp="1"/>
          </p:cNvSpPr>
          <p:nvPr>
            <p:ph idx="14"/>
          </p:nvPr>
        </p:nvSpPr>
        <p:spPr>
          <a:xfrm>
            <a:off x="1166813" y="2652713"/>
            <a:ext cx="9780587" cy="3436937"/>
          </a:xfrm>
        </p:spPr>
        <p:txBody>
          <a:bodyPr>
            <a:normAutofit/>
          </a:bodyPr>
          <a:lstStyle/>
          <a:p>
            <a:r>
              <a:rPr lang="en-US" dirty="0"/>
              <a:t>Make eye contact with your audience to create a sense of intimacy and involvement</a:t>
            </a:r>
          </a:p>
          <a:p>
            <a:r>
              <a:rPr lang="en-US" dirty="0"/>
              <a:t>Weave relatable stories into your presentation using narratives that make your message memorable and impactful</a:t>
            </a:r>
          </a:p>
          <a:p>
            <a:r>
              <a:rPr lang="en-US" dirty="0"/>
              <a:t>Encourage questions and provide thoughtful responses to enhance audience participation</a:t>
            </a:r>
          </a:p>
          <a:p>
            <a:r>
              <a:rPr lang="en-US" dirty="0"/>
              <a:t>Use live polls or surveys to gather audience opinions, promoting engagement and making sure the audience feel involved</a:t>
            </a:r>
          </a:p>
        </p:txBody>
      </p:sp>
    </p:spTree>
    <p:extLst>
      <p:ext uri="{BB962C8B-B14F-4D97-AF65-F5344CB8AC3E}">
        <p14:creationId xmlns:p14="http://schemas.microsoft.com/office/powerpoint/2010/main" val="25293387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C00FF-6B42-7D84-7831-AACC4E189E93}"/>
              </a:ext>
            </a:extLst>
          </p:cNvPr>
          <p:cNvSpPr>
            <a:spLocks noGrp="1"/>
          </p:cNvSpPr>
          <p:nvPr>
            <p:ph type="title"/>
          </p:nvPr>
        </p:nvSpPr>
        <p:spPr>
          <a:xfrm>
            <a:off x="5549489" y="457199"/>
            <a:ext cx="5943599" cy="1920240"/>
          </a:xfrm>
        </p:spPr>
        <p:txBody>
          <a:bodyPr anchor="b">
            <a:normAutofit/>
          </a:bodyPr>
          <a:lstStyle/>
          <a:p>
            <a:r>
              <a:rPr lang="en-US" dirty="0"/>
              <a:t>Findings and Recommendations</a:t>
            </a:r>
          </a:p>
        </p:txBody>
      </p:sp>
      <p:pic>
        <p:nvPicPr>
          <p:cNvPr id="11" name="Content Placeholder 10" descr="A nurse helping an old person&#10;&#10;AI-generated content may be incorrect.">
            <a:extLst>
              <a:ext uri="{FF2B5EF4-FFF2-40B4-BE49-F238E27FC236}">
                <a16:creationId xmlns:a16="http://schemas.microsoft.com/office/drawing/2014/main" id="{FC70BD03-8CAB-3587-1624-4C29D4642B91}"/>
              </a:ext>
            </a:extLst>
          </p:cNvPr>
          <p:cNvPicPr>
            <a:picLocks noGrp="1" noChangeAspect="1"/>
          </p:cNvPicPr>
          <p:nvPr>
            <p:ph idx="17"/>
          </p:nvPr>
        </p:nvPicPr>
        <p:blipFill>
          <a:blip r:embed="rId3">
            <a:extLst>
              <a:ext uri="{837473B0-CC2E-450A-ABE3-18F120FF3D39}">
                <a1611:picAttrSrcUrl xmlns:a1611="http://schemas.microsoft.com/office/drawing/2016/11/main" r:id="rId4"/>
              </a:ext>
            </a:extLst>
          </a:blip>
          <a:srcRect r="33249" b="-1"/>
          <a:stretch>
            <a:fillRect/>
          </a:stretch>
        </p:blipFill>
        <p:spPr>
          <a:xfrm>
            <a:off x="823108" y="640080"/>
            <a:ext cx="4297680" cy="4297680"/>
          </a:xfrm>
          <a:noFill/>
        </p:spPr>
      </p:pic>
      <p:sp>
        <p:nvSpPr>
          <p:cNvPr id="4" name="Content Placeholder 3">
            <a:extLst>
              <a:ext uri="{FF2B5EF4-FFF2-40B4-BE49-F238E27FC236}">
                <a16:creationId xmlns:a16="http://schemas.microsoft.com/office/drawing/2014/main" id="{DE5C7B5A-A5C3-15D4-DF71-B692D28942FC}"/>
              </a:ext>
            </a:extLst>
          </p:cNvPr>
          <p:cNvSpPr>
            <a:spLocks noGrp="1"/>
          </p:cNvSpPr>
          <p:nvPr>
            <p:ph idx="15"/>
          </p:nvPr>
        </p:nvSpPr>
        <p:spPr>
          <a:xfrm>
            <a:off x="5549490" y="2479041"/>
            <a:ext cx="5943600" cy="3610608"/>
          </a:xfrm>
        </p:spPr>
        <p:txBody>
          <a:bodyPr>
            <a:normAutofit fontScale="92500" lnSpcReduction="10000"/>
          </a:bodyPr>
          <a:lstStyle/>
          <a:p>
            <a:pPr marL="0" indent="0">
              <a:buNone/>
            </a:pPr>
            <a:r>
              <a:rPr lang="en-US" sz="1800" b="1" dirty="0"/>
              <a:t>Key Recommendations:</a:t>
            </a:r>
          </a:p>
          <a:p>
            <a:r>
              <a:rPr lang="en-US" sz="1800" dirty="0"/>
              <a:t>Enable Early Risk Stratification</a:t>
            </a:r>
          </a:p>
          <a:p>
            <a:r>
              <a:rPr lang="en-US" sz="1800" dirty="0"/>
              <a:t>Use the model to flag high-risk patients early for faster intervention.</a:t>
            </a:r>
          </a:p>
          <a:p>
            <a:r>
              <a:rPr lang="en-US" sz="1800" dirty="0"/>
              <a:t>Improve Data Collection on Survivors</a:t>
            </a:r>
          </a:p>
          <a:p>
            <a:r>
              <a:rPr lang="en-US" sz="1800" dirty="0"/>
              <a:t>Fill the Predictive Gap in Pancreatic Cancer</a:t>
            </a:r>
          </a:p>
          <a:p>
            <a:r>
              <a:rPr lang="en-US" sz="1800" dirty="0"/>
              <a:t>Outperforms Traditional Risk Tools</a:t>
            </a:r>
          </a:p>
          <a:p>
            <a:pPr marL="0" indent="0">
              <a:buNone/>
            </a:pPr>
            <a:r>
              <a:rPr lang="en-US" sz="1800" b="1" dirty="0"/>
              <a:t>Cases: </a:t>
            </a:r>
          </a:p>
          <a:p>
            <a:r>
              <a:rPr lang="en-US" sz="1800" dirty="0"/>
              <a:t>Enhance Clinical Trial Selection</a:t>
            </a:r>
          </a:p>
          <a:p>
            <a:r>
              <a:rPr lang="en-US" sz="1800" dirty="0"/>
              <a:t>Optimize Hospital Resource Allocation</a:t>
            </a:r>
          </a:p>
          <a:p>
            <a:r>
              <a:rPr lang="en-US" sz="1800" dirty="0"/>
              <a:t>Scale to Regional &amp; Low-Resource Hospitals</a:t>
            </a:r>
            <a:r>
              <a:rPr lang="en-US" sz="1400" dirty="0"/>
              <a:t>.</a:t>
            </a:r>
          </a:p>
          <a:p>
            <a:endParaRPr lang="en-US" sz="1400" dirty="0"/>
          </a:p>
        </p:txBody>
      </p:sp>
    </p:spTree>
    <p:extLst>
      <p:ext uri="{BB962C8B-B14F-4D97-AF65-F5344CB8AC3E}">
        <p14:creationId xmlns:p14="http://schemas.microsoft.com/office/powerpoint/2010/main" val="8532610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1C753FD-96EC-101A-B8A4-5F69A189BEF4}"/>
              </a:ext>
            </a:extLst>
          </p:cNvPr>
          <p:cNvSpPr>
            <a:spLocks noGrp="1"/>
          </p:cNvSpPr>
          <p:nvPr>
            <p:ph type="ctrTitle"/>
          </p:nvPr>
        </p:nvSpPr>
        <p:spPr>
          <a:xfrm>
            <a:off x="1167494" y="252549"/>
            <a:ext cx="6220278" cy="2114731"/>
          </a:xfrm>
        </p:spPr>
        <p:txBody>
          <a:bodyPr/>
          <a:lstStyle/>
          <a:p>
            <a:r>
              <a:rPr lang="en-US" dirty="0"/>
              <a:t>Thank you</a:t>
            </a:r>
            <a:br>
              <a:rPr lang="en-US" dirty="0"/>
            </a:br>
            <a:endParaRPr lang="en-US" dirty="0"/>
          </a:p>
        </p:txBody>
      </p:sp>
      <p:sp>
        <p:nvSpPr>
          <p:cNvPr id="5" name="Subtitle 4">
            <a:extLst>
              <a:ext uri="{FF2B5EF4-FFF2-40B4-BE49-F238E27FC236}">
                <a16:creationId xmlns:a16="http://schemas.microsoft.com/office/drawing/2014/main" id="{67BB04B7-47A4-741B-59E0-F0E6F2126E8F}"/>
              </a:ext>
            </a:extLst>
          </p:cNvPr>
          <p:cNvSpPr>
            <a:spLocks noGrp="1"/>
          </p:cNvSpPr>
          <p:nvPr>
            <p:ph type="subTitle" idx="1"/>
          </p:nvPr>
        </p:nvSpPr>
        <p:spPr>
          <a:xfrm>
            <a:off x="1167494" y="3606800"/>
            <a:ext cx="6220277" cy="2795451"/>
          </a:xfrm>
        </p:spPr>
        <p:txBody>
          <a:bodyPr>
            <a:normAutofit fontScale="55000" lnSpcReduction="20000"/>
          </a:bodyPr>
          <a:lstStyle/>
          <a:p>
            <a:endParaRPr lang="en-US" dirty="0"/>
          </a:p>
          <a:p>
            <a:r>
              <a:rPr lang="en-US" dirty="0"/>
              <a:t>The Insight Lab:</a:t>
            </a:r>
          </a:p>
          <a:p>
            <a:br>
              <a:rPr lang="en-US" dirty="0"/>
            </a:br>
            <a:r>
              <a:rPr lang="en-US" dirty="0"/>
              <a:t>1. </a:t>
            </a:r>
            <a:r>
              <a:rPr lang="en-US" dirty="0" err="1"/>
              <a:t>joshua</a:t>
            </a:r>
            <a:r>
              <a:rPr lang="en-US" dirty="0"/>
              <a:t> </a:t>
            </a:r>
            <a:r>
              <a:rPr lang="en-US" dirty="0" err="1"/>
              <a:t>karanja</a:t>
            </a:r>
            <a:endParaRPr lang="en-US" dirty="0"/>
          </a:p>
          <a:p>
            <a:r>
              <a:rPr lang="en-US" dirty="0"/>
              <a:t>2. </a:t>
            </a:r>
            <a:r>
              <a:rPr lang="en-US" dirty="0" err="1"/>
              <a:t>michelle</a:t>
            </a:r>
            <a:r>
              <a:rPr lang="en-US" dirty="0"/>
              <a:t> </a:t>
            </a:r>
            <a:r>
              <a:rPr lang="en-US" dirty="0" err="1"/>
              <a:t>chekwoti</a:t>
            </a:r>
            <a:endParaRPr lang="en-US" dirty="0"/>
          </a:p>
          <a:p>
            <a:r>
              <a:rPr lang="en-US" dirty="0"/>
              <a:t>3. </a:t>
            </a:r>
            <a:r>
              <a:rPr lang="en-US" dirty="0" err="1"/>
              <a:t>myrajoy</a:t>
            </a:r>
            <a:r>
              <a:rPr lang="en-US" dirty="0"/>
              <a:t> </a:t>
            </a:r>
            <a:r>
              <a:rPr lang="en-US" dirty="0" err="1"/>
              <a:t>kiganane</a:t>
            </a:r>
            <a:endParaRPr lang="en-US" dirty="0"/>
          </a:p>
          <a:p>
            <a:r>
              <a:rPr lang="en-US" dirty="0"/>
              <a:t>4. </a:t>
            </a:r>
            <a:r>
              <a:rPr lang="en-US" dirty="0" err="1"/>
              <a:t>christopher</a:t>
            </a:r>
            <a:r>
              <a:rPr lang="en-US" dirty="0"/>
              <a:t> </a:t>
            </a:r>
            <a:r>
              <a:rPr lang="en-US" dirty="0" err="1"/>
              <a:t>katimbwa</a:t>
            </a:r>
            <a:endParaRPr lang="en-US" dirty="0"/>
          </a:p>
          <a:p>
            <a:r>
              <a:rPr lang="en-US" dirty="0"/>
              <a:t>5. </a:t>
            </a:r>
            <a:r>
              <a:rPr lang="en-US" dirty="0" err="1"/>
              <a:t>robert</a:t>
            </a:r>
            <a:r>
              <a:rPr lang="en-US" dirty="0"/>
              <a:t> </a:t>
            </a:r>
            <a:r>
              <a:rPr lang="en-US" dirty="0" err="1"/>
              <a:t>sumaili</a:t>
            </a:r>
            <a:endParaRPr lang="en-US" dirty="0"/>
          </a:p>
          <a:p>
            <a:br>
              <a:rPr lang="en-US" dirty="0"/>
            </a:br>
            <a:endParaRPr lang="en-US" dirty="0"/>
          </a:p>
        </p:txBody>
      </p:sp>
      <p:sp>
        <p:nvSpPr>
          <p:cNvPr id="2" name="Subtitle 4">
            <a:extLst>
              <a:ext uri="{FF2B5EF4-FFF2-40B4-BE49-F238E27FC236}">
                <a16:creationId xmlns:a16="http://schemas.microsoft.com/office/drawing/2014/main" id="{AE646291-D510-FCDB-5824-A779F6205CF0}"/>
              </a:ext>
            </a:extLst>
          </p:cNvPr>
          <p:cNvSpPr txBox="1">
            <a:spLocks/>
          </p:cNvSpPr>
          <p:nvPr/>
        </p:nvSpPr>
        <p:spPr>
          <a:xfrm>
            <a:off x="1258933" y="2275840"/>
            <a:ext cx="8149227" cy="1737360"/>
          </a:xfrm>
          <a:prstGeom prst="rect">
            <a:avLst/>
          </a:prstGeom>
        </p:spPr>
        <p:txBody>
          <a:bodyPr vert="horz" lIns="91440" tIns="45720" rIns="91440" bIns="45720" rtlCol="0" anchor="t" anchorCtr="0">
            <a:normAutofit fontScale="40000" lnSpcReduction="20000"/>
          </a:bodyPr>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dirty="0"/>
          </a:p>
          <a:p>
            <a:r>
              <a:rPr lang="en-US" sz="3700" dirty="0"/>
              <a:t>Sources:</a:t>
            </a:r>
          </a:p>
          <a:p>
            <a:r>
              <a:rPr lang="en-US" sz="3700" dirty="0">
                <a:hlinkClick r:id="rId3"/>
              </a:rPr>
              <a:t>https://www.cbioportal.org/study/summary?id=msk_chord_2024</a:t>
            </a:r>
            <a:endParaRPr lang="en-US" sz="3700" dirty="0"/>
          </a:p>
          <a:p>
            <a:endParaRPr lang="en-US" sz="7400" dirty="0"/>
          </a:p>
          <a:p>
            <a:br>
              <a:rPr lang="en-US" dirty="0"/>
            </a:br>
            <a:endParaRPr lang="en-US" dirty="0"/>
          </a:p>
        </p:txBody>
      </p:sp>
    </p:spTree>
    <p:extLst>
      <p:ext uri="{BB962C8B-B14F-4D97-AF65-F5344CB8AC3E}">
        <p14:creationId xmlns:p14="http://schemas.microsoft.com/office/powerpoint/2010/main" val="1609673525"/>
      </p:ext>
    </p:extLst>
  </p:cSld>
  <p:clrMapOvr>
    <a:masterClrMapping/>
  </p:clrMapOvr>
</p:sld>
</file>

<file path=ppt/theme/theme1.xml><?xml version="1.0" encoding="utf-8"?>
<a:theme xmlns:a="http://schemas.openxmlformats.org/drawingml/2006/main" name="Custom">
  <a:themeElements>
    <a:clrScheme name="Custom 1">
      <a:dk1>
        <a:srgbClr val="000000"/>
      </a:dk1>
      <a:lt1>
        <a:srgbClr val="FFFFFF"/>
      </a:lt1>
      <a:dk2>
        <a:srgbClr val="44546A"/>
      </a:dk2>
      <a:lt2>
        <a:srgbClr val="E7E6E6"/>
      </a:lt2>
      <a:accent1>
        <a:srgbClr val="12B2FA"/>
      </a:accent1>
      <a:accent2>
        <a:srgbClr val="DAE5EF"/>
      </a:accent2>
      <a:accent3>
        <a:srgbClr val="637183"/>
      </a:accent3>
      <a:accent4>
        <a:srgbClr val="434E5E"/>
      </a:accent4>
      <a:accent5>
        <a:srgbClr val="5B9BD5"/>
      </a:accent5>
      <a:accent6>
        <a:srgbClr val="70AD47"/>
      </a:accent6>
      <a:hlink>
        <a:srgbClr val="0563C1"/>
      </a:hlink>
      <a:folHlink>
        <a:srgbClr val="954F72"/>
      </a:folHlink>
    </a:clrScheme>
    <a:fontScheme name="Custom 75">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45331398_Win32_SL_V13" id="{C59E605D-C281-4A06-BDA0-E97A35AC3AA8}" vid="{25D1D206-DA25-4050-926A-BD6D3A1B506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45A8381C-73EB-48EA-B45F-7B7C8C7DF409}">
  <ds:schemaRefs>
    <ds:schemaRef ds:uri="http://schemas.microsoft.com/sharepoint/v3/contenttype/forms"/>
  </ds:schemaRefs>
</ds:datastoreItem>
</file>

<file path=customXml/itemProps2.xml><?xml version="1.0" encoding="utf-8"?>
<ds:datastoreItem xmlns:ds="http://schemas.openxmlformats.org/officeDocument/2006/customXml" ds:itemID="{5AA6A711-2C3F-4EC0-B88B-62D74085117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1E98C35-9ECE-4425-BCBA-00E118C705C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{FBE7837D-3E77-4CA5-83D6-18D17853ED9D}TF0e83fa2d-9a66-4e5e-9e82-acc620be7a498e277179_win32-f234380521c6</Template>
  <TotalTime>87</TotalTime>
  <Words>557</Words>
  <Application>Microsoft Office PowerPoint</Application>
  <PresentationFormat>Widescreen</PresentationFormat>
  <Paragraphs>88</Paragraphs>
  <Slides>11</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Tenorite</vt:lpstr>
      <vt:lpstr>Custom</vt:lpstr>
      <vt:lpstr>Pancreatic Cancer Risk Identification and Treatment Recommendation</vt:lpstr>
      <vt:lpstr>Introduction and Background</vt:lpstr>
      <vt:lpstr>Data Understanding</vt:lpstr>
      <vt:lpstr>Cleaning and Preprocessing</vt:lpstr>
      <vt:lpstr>Exploratory Data Analysis (EDA)</vt:lpstr>
      <vt:lpstr>PowerPoint Presentation</vt:lpstr>
      <vt:lpstr>PowerPoint Presentation</vt:lpstr>
      <vt:lpstr>Model Development</vt:lpstr>
      <vt:lpstr>Clinical Utility Summary and Deployment</vt:lpstr>
      <vt:lpstr>Findings and Recommendations</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Michelle Chekwooti</dc:creator>
  <cp:lastModifiedBy>Michelle Chekwooti</cp:lastModifiedBy>
  <cp:revision>4</cp:revision>
  <dcterms:created xsi:type="dcterms:W3CDTF">2025-07-25T08:35:21Z</dcterms:created>
  <dcterms:modified xsi:type="dcterms:W3CDTF">2025-07-25T10:14:39Z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